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75" r:id="rId6"/>
    <p:sldId id="276" r:id="rId7"/>
    <p:sldId id="260" r:id="rId8"/>
    <p:sldId id="261" r:id="rId9"/>
  </p:sldIdLst>
  <p:sldSz cx="18288000" cy="10287000"/>
  <p:notesSz cx="6858000" cy="9144000"/>
  <p:embeddedFontLst>
    <p:embeddedFont>
      <p:font typeface="Raleway" panose="020B0604020202020204" charset="-52"/>
      <p:regular r:id="rId11"/>
      <p:bold r:id="rId12"/>
      <p:italic r:id="rId13"/>
      <p:boldItalic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Arial Black" panose="020B0A04020102020204" pitchFamily="34" charset="0"/>
      <p:bold r:id="rId19"/>
    </p:embeddedFont>
    <p:embeddedFont>
      <p:font typeface="Roboto Condensed" panose="020B0604020202020204" charset="0"/>
      <p:regular r:id="rId20"/>
      <p:bold r:id="rId21"/>
      <p:italic r:id="rId22"/>
      <p:boldItalic r:id="rId23"/>
    </p:embeddedFont>
    <p:embeddedFont>
      <p:font typeface="Montserrat" panose="020B0604020202020204" charset="-52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D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946" y="2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1869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4284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subTitle" idx="1"/>
          </p:nvPr>
        </p:nvSpPr>
        <p:spPr>
          <a:xfrm>
            <a:off x="4729025" y="4416250"/>
            <a:ext cx="86460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11" name="Google Shape;1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572850" y="5848020"/>
            <a:ext cx="1430300" cy="13875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Google Shape;12;p3"/>
          <p:cNvCxnSpPr/>
          <p:nvPr/>
        </p:nvCxnSpPr>
        <p:spPr>
          <a:xfrm rot="10800000">
            <a:off x="708796" y="727500"/>
            <a:ext cx="0" cy="955950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" name="Google Shape;13;p3"/>
          <p:cNvGrpSpPr/>
          <p:nvPr/>
        </p:nvGrpSpPr>
        <p:grpSpPr>
          <a:xfrm>
            <a:off x="388893" y="9258300"/>
            <a:ext cx="639836" cy="639836"/>
            <a:chOff x="0" y="0"/>
            <a:chExt cx="812800" cy="812800"/>
          </a:xfrm>
        </p:grpSpPr>
        <p:sp>
          <p:nvSpPr>
            <p:cNvPr id="14" name="Google Shape;14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16;p3"/>
          <p:cNvGrpSpPr/>
          <p:nvPr/>
        </p:nvGrpSpPr>
        <p:grpSpPr>
          <a:xfrm>
            <a:off x="457891" y="8567516"/>
            <a:ext cx="501823" cy="501823"/>
            <a:chOff x="0" y="0"/>
            <a:chExt cx="812800" cy="812800"/>
          </a:xfrm>
        </p:grpSpPr>
        <p:sp>
          <p:nvSpPr>
            <p:cNvPr id="17" name="Google Shape;17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9;p3"/>
          <p:cNvGrpSpPr/>
          <p:nvPr/>
        </p:nvGrpSpPr>
        <p:grpSpPr>
          <a:xfrm>
            <a:off x="532694" y="8026338"/>
            <a:ext cx="352186" cy="352186"/>
            <a:chOff x="0" y="0"/>
            <a:chExt cx="812800" cy="812800"/>
          </a:xfrm>
        </p:grpSpPr>
        <p:sp>
          <p:nvSpPr>
            <p:cNvPr id="20" name="Google Shape;20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" name="Google Shape;22;p3"/>
          <p:cNvGrpSpPr/>
          <p:nvPr/>
        </p:nvGrpSpPr>
        <p:grpSpPr>
          <a:xfrm>
            <a:off x="532694" y="551385"/>
            <a:ext cx="352186" cy="352186"/>
            <a:chOff x="0" y="0"/>
            <a:chExt cx="812800" cy="812800"/>
          </a:xfrm>
        </p:grpSpPr>
        <p:sp>
          <p:nvSpPr>
            <p:cNvPr id="23" name="Google Shape;23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" name="Google Shape;25;p3"/>
          <p:cNvGrpSpPr/>
          <p:nvPr/>
        </p:nvGrpSpPr>
        <p:grpSpPr>
          <a:xfrm>
            <a:off x="16865627" y="551369"/>
            <a:ext cx="2137519" cy="475425"/>
            <a:chOff x="30956" y="22078"/>
            <a:chExt cx="2850026" cy="633900"/>
          </a:xfrm>
        </p:grpSpPr>
        <p:cxnSp>
          <p:nvCxnSpPr>
            <p:cNvPr id="26" name="Google Shape;26;p3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3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" name="Google Shape;28;p3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" name="Google Shape;29;p3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30;p3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" name="Google Shape;31;p3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32;p3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" name="Google Shape;33;p3"/>
          <p:cNvSpPr txBox="1">
            <a:spLocks noGrp="1"/>
          </p:cNvSpPr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sz="900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4849175" y="46843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0" y="432642"/>
            <a:ext cx="7948800" cy="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8" name="Google Shape;38;p4"/>
          <p:cNvGrpSpPr/>
          <p:nvPr/>
        </p:nvGrpSpPr>
        <p:grpSpPr>
          <a:xfrm>
            <a:off x="896574" y="112738"/>
            <a:ext cx="1871799" cy="639836"/>
            <a:chOff x="-39" y="0"/>
            <a:chExt cx="2495732" cy="853115"/>
          </a:xfrm>
        </p:grpSpPr>
        <p:grpSp>
          <p:nvGrpSpPr>
            <p:cNvPr id="39" name="Google Shape;39;p4"/>
            <p:cNvGrpSpPr/>
            <p:nvPr/>
          </p:nvGrpSpPr>
          <p:grpSpPr>
            <a:xfrm rot="5400000">
              <a:off x="-39" y="0"/>
              <a:ext cx="853115" cy="853115"/>
              <a:chOff x="0" y="0"/>
              <a:chExt cx="812800" cy="812800"/>
            </a:xfrm>
          </p:grpSpPr>
          <p:sp>
            <p:nvSpPr>
              <p:cNvPr id="40" name="Google Shape;40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4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" name="Google Shape;42;p4"/>
            <p:cNvGrpSpPr/>
            <p:nvPr/>
          </p:nvGrpSpPr>
          <p:grpSpPr>
            <a:xfrm rot="5400000">
              <a:off x="1105025" y="91998"/>
              <a:ext cx="669097" cy="669097"/>
              <a:chOff x="0" y="0"/>
              <a:chExt cx="812800" cy="812800"/>
            </a:xfrm>
          </p:grpSpPr>
          <p:sp>
            <p:nvSpPr>
              <p:cNvPr id="43" name="Google Shape;43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4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" name="Google Shape;45;p4"/>
            <p:cNvGrpSpPr/>
            <p:nvPr/>
          </p:nvGrpSpPr>
          <p:grpSpPr>
            <a:xfrm rot="5400000">
              <a:off x="2026057" y="191735"/>
              <a:ext cx="469636" cy="469636"/>
              <a:chOff x="0" y="0"/>
              <a:chExt cx="812800" cy="812800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" name="Google Shape;48;p4"/>
          <p:cNvGrpSpPr/>
          <p:nvPr/>
        </p:nvGrpSpPr>
        <p:grpSpPr>
          <a:xfrm rot="5400000">
            <a:off x="7796331" y="256540"/>
            <a:ext cx="352186" cy="352186"/>
            <a:chOff x="0" y="0"/>
            <a:chExt cx="812800" cy="812800"/>
          </a:xfrm>
        </p:grpSpPr>
        <p:sp>
          <p:nvSpPr>
            <p:cNvPr id="49" name="Google Shape;49;p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51;p4"/>
          <p:cNvGrpSpPr/>
          <p:nvPr/>
        </p:nvGrpSpPr>
        <p:grpSpPr>
          <a:xfrm>
            <a:off x="15618305" y="1655"/>
            <a:ext cx="2137519" cy="475425"/>
            <a:chOff x="30956" y="22078"/>
            <a:chExt cx="2850026" cy="633900"/>
          </a:xfrm>
        </p:grpSpPr>
        <p:cxnSp>
          <p:nvCxnSpPr>
            <p:cNvPr id="52" name="Google Shape;52;p4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53;p4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" name="Google Shape;54;p4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" name="Google Shape;55;p4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" name="Google Shape;56;p4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" name="Google Shape;57;p4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" name="Google Shape;58;p4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9" name="Google Shape;59;p4"/>
          <p:cNvGrpSpPr/>
          <p:nvPr/>
        </p:nvGrpSpPr>
        <p:grpSpPr>
          <a:xfrm rot="5400000">
            <a:off x="-814388" y="7426213"/>
            <a:ext cx="2137520" cy="475425"/>
            <a:chOff x="30956" y="22078"/>
            <a:chExt cx="2850026" cy="633900"/>
          </a:xfrm>
        </p:grpSpPr>
        <p:cxnSp>
          <p:nvCxnSpPr>
            <p:cNvPr id="60" name="Google Shape;60;p4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1" name="Google Shape;61;p4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" name="Google Shape;62;p4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" name="Google Shape;63;p4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" name="Google Shape;64;p4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5" name="Google Shape;65;p4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" name="Google Shape;66;p4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 txBox="1">
            <a:spLocks noGrp="1"/>
          </p:cNvSpPr>
          <p:nvPr>
            <p:ph type="body" idx="1"/>
          </p:nvPr>
        </p:nvSpPr>
        <p:spPr>
          <a:xfrm>
            <a:off x="5036213" y="6846688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sz="900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70" name="Google Shape;7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328799" y="6229971"/>
            <a:ext cx="998450" cy="9648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5"/>
          <p:cNvCxnSpPr/>
          <p:nvPr/>
        </p:nvCxnSpPr>
        <p:spPr>
          <a:xfrm rot="10800000">
            <a:off x="708796" y="5308800"/>
            <a:ext cx="0" cy="497820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2" name="Google Shape;72;p5"/>
          <p:cNvGrpSpPr/>
          <p:nvPr/>
        </p:nvGrpSpPr>
        <p:grpSpPr>
          <a:xfrm>
            <a:off x="388893" y="9258300"/>
            <a:ext cx="639836" cy="639836"/>
            <a:chOff x="0" y="0"/>
            <a:chExt cx="812800" cy="812800"/>
          </a:xfrm>
        </p:grpSpPr>
        <p:sp>
          <p:nvSpPr>
            <p:cNvPr id="73" name="Google Shape;73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" name="Google Shape;75;p5"/>
          <p:cNvGrpSpPr/>
          <p:nvPr/>
        </p:nvGrpSpPr>
        <p:grpSpPr>
          <a:xfrm>
            <a:off x="457891" y="8567516"/>
            <a:ext cx="501823" cy="501823"/>
            <a:chOff x="0" y="0"/>
            <a:chExt cx="812800" cy="812800"/>
          </a:xfrm>
        </p:grpSpPr>
        <p:sp>
          <p:nvSpPr>
            <p:cNvPr id="76" name="Google Shape;76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" name="Google Shape;78;p5"/>
          <p:cNvGrpSpPr/>
          <p:nvPr/>
        </p:nvGrpSpPr>
        <p:grpSpPr>
          <a:xfrm>
            <a:off x="532694" y="8026338"/>
            <a:ext cx="352186" cy="352186"/>
            <a:chOff x="0" y="0"/>
            <a:chExt cx="812800" cy="812800"/>
          </a:xfrm>
        </p:grpSpPr>
        <p:sp>
          <p:nvSpPr>
            <p:cNvPr id="79" name="Google Shape;79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" name="Google Shape;81;p5"/>
          <p:cNvGrpSpPr/>
          <p:nvPr/>
        </p:nvGrpSpPr>
        <p:grpSpPr>
          <a:xfrm>
            <a:off x="532694" y="4967398"/>
            <a:ext cx="352186" cy="352186"/>
            <a:chOff x="0" y="0"/>
            <a:chExt cx="812800" cy="812800"/>
          </a:xfrm>
        </p:grpSpPr>
        <p:sp>
          <p:nvSpPr>
            <p:cNvPr id="82" name="Google Shape;82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" name="Google Shape;84;p5"/>
          <p:cNvGrpSpPr/>
          <p:nvPr/>
        </p:nvGrpSpPr>
        <p:grpSpPr>
          <a:xfrm>
            <a:off x="13473339" y="9749080"/>
            <a:ext cx="2137519" cy="475425"/>
            <a:chOff x="30956" y="22078"/>
            <a:chExt cx="2850026" cy="633900"/>
          </a:xfrm>
        </p:grpSpPr>
        <p:cxnSp>
          <p:nvCxnSpPr>
            <p:cNvPr id="85" name="Google Shape;85;p5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p5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p5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" name="Google Shape;88;p5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" name="Google Shape;89;p5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" name="Google Shape;90;p5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" name="Google Shape;91;p5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92" name="Google Shape;92;p5"/>
          <p:cNvGrpSpPr/>
          <p:nvPr/>
        </p:nvGrpSpPr>
        <p:grpSpPr>
          <a:xfrm>
            <a:off x="15590579" y="9749080"/>
            <a:ext cx="2137519" cy="475425"/>
            <a:chOff x="30956" y="22078"/>
            <a:chExt cx="2850026" cy="633900"/>
          </a:xfrm>
        </p:grpSpPr>
        <p:cxnSp>
          <p:nvCxnSpPr>
            <p:cNvPr id="93" name="Google Shape;93;p5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4" name="Google Shape;94;p5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" name="Google Shape;95;p5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p5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p5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8" name="Google Shape;98;p5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" name="Google Shape;99;p5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>
            <a:spLocks noGrp="1"/>
          </p:cNvSpPr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6"/>
          <p:cNvSpPr txBox="1">
            <a:spLocks noGrp="1"/>
          </p:cNvSpPr>
          <p:nvPr>
            <p:ph type="body" idx="1"/>
          </p:nvPr>
        </p:nvSpPr>
        <p:spPr>
          <a:xfrm>
            <a:off x="3287925" y="4703850"/>
            <a:ext cx="5747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6"/>
          <p:cNvSpPr txBox="1">
            <a:spLocks noGrp="1"/>
          </p:cNvSpPr>
          <p:nvPr>
            <p:ph type="body" idx="2"/>
          </p:nvPr>
        </p:nvSpPr>
        <p:spPr>
          <a:xfrm>
            <a:off x="9252368" y="4703850"/>
            <a:ext cx="5747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pic>
        <p:nvPicPr>
          <p:cNvPr id="104" name="Google Shape;10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675949" y="2808650"/>
            <a:ext cx="1084775" cy="10541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6"/>
          <p:cNvCxnSpPr/>
          <p:nvPr/>
        </p:nvCxnSpPr>
        <p:spPr>
          <a:xfrm rot="10800000">
            <a:off x="17579204" y="2400271"/>
            <a:ext cx="0" cy="807240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6" name="Google Shape;106;p6"/>
          <p:cNvGrpSpPr/>
          <p:nvPr/>
        </p:nvGrpSpPr>
        <p:grpSpPr>
          <a:xfrm>
            <a:off x="17328298" y="8753186"/>
            <a:ext cx="501823" cy="501823"/>
            <a:chOff x="0" y="0"/>
            <a:chExt cx="812800" cy="812800"/>
          </a:xfrm>
        </p:grpSpPr>
        <p:sp>
          <p:nvSpPr>
            <p:cNvPr id="107" name="Google Shape;107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6"/>
          <p:cNvGrpSpPr/>
          <p:nvPr/>
        </p:nvGrpSpPr>
        <p:grpSpPr>
          <a:xfrm>
            <a:off x="17403101" y="8212008"/>
            <a:ext cx="352186" cy="352186"/>
            <a:chOff x="0" y="0"/>
            <a:chExt cx="812800" cy="812800"/>
          </a:xfrm>
        </p:grpSpPr>
        <p:sp>
          <p:nvSpPr>
            <p:cNvPr id="110" name="Google Shape;110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6"/>
          <p:cNvGrpSpPr/>
          <p:nvPr/>
        </p:nvGrpSpPr>
        <p:grpSpPr>
          <a:xfrm>
            <a:off x="17403101" y="2048096"/>
            <a:ext cx="352186" cy="352186"/>
            <a:chOff x="0" y="0"/>
            <a:chExt cx="812800" cy="812800"/>
          </a:xfrm>
        </p:grpSpPr>
        <p:sp>
          <p:nvSpPr>
            <p:cNvPr id="113" name="Google Shape;113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6"/>
          <p:cNvGrpSpPr/>
          <p:nvPr/>
        </p:nvGrpSpPr>
        <p:grpSpPr>
          <a:xfrm rot="5400000">
            <a:off x="-814388" y="2570955"/>
            <a:ext cx="2137520" cy="475425"/>
            <a:chOff x="30956" y="22078"/>
            <a:chExt cx="2850026" cy="633900"/>
          </a:xfrm>
        </p:grpSpPr>
        <p:cxnSp>
          <p:nvCxnSpPr>
            <p:cNvPr id="116" name="Google Shape;116;p6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7" name="Google Shape;117;p6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" name="Google Shape;118;p6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" name="Google Shape;119;p6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" name="Google Shape;120;p6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" name="Google Shape;121;p6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2" name="Google Shape;122;p6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>
            <a:spLocks noGrp="1"/>
          </p:cNvSpPr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7"/>
          <p:cNvSpPr txBox="1">
            <a:spLocks noGrp="1"/>
          </p:cNvSpPr>
          <p:nvPr>
            <p:ph type="body" idx="1"/>
          </p:nvPr>
        </p:nvSpPr>
        <p:spPr>
          <a:xfrm>
            <a:off x="2736702" y="4829575"/>
            <a:ext cx="6151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7"/>
          <p:cNvSpPr txBox="1">
            <a:spLocks noGrp="1"/>
          </p:cNvSpPr>
          <p:nvPr>
            <p:ph type="body" idx="2"/>
          </p:nvPr>
        </p:nvSpPr>
        <p:spPr>
          <a:xfrm>
            <a:off x="9113693" y="4829575"/>
            <a:ext cx="6154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pic>
        <p:nvPicPr>
          <p:cNvPr id="127" name="Google Shape;12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66525" y="8392049"/>
            <a:ext cx="2182800" cy="1274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050" y="446410"/>
            <a:ext cx="387650" cy="19321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7"/>
          <p:cNvGrpSpPr/>
          <p:nvPr/>
        </p:nvGrpSpPr>
        <p:grpSpPr>
          <a:xfrm>
            <a:off x="14966537" y="204792"/>
            <a:ext cx="2137519" cy="475425"/>
            <a:chOff x="30956" y="22078"/>
            <a:chExt cx="2850026" cy="633900"/>
          </a:xfrm>
        </p:grpSpPr>
        <p:cxnSp>
          <p:nvCxnSpPr>
            <p:cNvPr id="130" name="Google Shape;130;p7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1" name="Google Shape;131;p7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2" name="Google Shape;132;p7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3" name="Google Shape;133;p7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4" name="Google Shape;134;p7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5" name="Google Shape;135;p7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6" name="Google Shape;136;p7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37" name="Google Shape;137;p7"/>
          <p:cNvGrpSpPr/>
          <p:nvPr/>
        </p:nvGrpSpPr>
        <p:grpSpPr>
          <a:xfrm>
            <a:off x="17083777" y="204792"/>
            <a:ext cx="2137519" cy="475425"/>
            <a:chOff x="30956" y="22078"/>
            <a:chExt cx="2850026" cy="633900"/>
          </a:xfrm>
        </p:grpSpPr>
        <p:cxnSp>
          <p:nvCxnSpPr>
            <p:cNvPr id="138" name="Google Shape;138;p7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9" name="Google Shape;139;p7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0" name="Google Shape;140;p7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1" name="Google Shape;141;p7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2" name="Google Shape;142;p7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3" name="Google Shape;143;p7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4" name="Google Shape;144;p7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47" name="Google Shape;147;p8"/>
          <p:cNvCxnSpPr/>
          <p:nvPr/>
        </p:nvCxnSpPr>
        <p:spPr>
          <a:xfrm rot="10800000">
            <a:off x="17259300" y="727500"/>
            <a:ext cx="0" cy="955950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8" name="Google Shape;148;p8"/>
          <p:cNvGrpSpPr/>
          <p:nvPr/>
        </p:nvGrpSpPr>
        <p:grpSpPr>
          <a:xfrm>
            <a:off x="16939396" y="9258300"/>
            <a:ext cx="639836" cy="639836"/>
            <a:chOff x="0" y="0"/>
            <a:chExt cx="812800" cy="812800"/>
          </a:xfrm>
        </p:grpSpPr>
        <p:sp>
          <p:nvSpPr>
            <p:cNvPr id="149" name="Google Shape;149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8"/>
          <p:cNvGrpSpPr/>
          <p:nvPr/>
        </p:nvGrpSpPr>
        <p:grpSpPr>
          <a:xfrm>
            <a:off x="17008395" y="8567516"/>
            <a:ext cx="501823" cy="501823"/>
            <a:chOff x="0" y="0"/>
            <a:chExt cx="812800" cy="812800"/>
          </a:xfrm>
        </p:grpSpPr>
        <p:sp>
          <p:nvSpPr>
            <p:cNvPr id="152" name="Google Shape;152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8"/>
          <p:cNvGrpSpPr/>
          <p:nvPr/>
        </p:nvGrpSpPr>
        <p:grpSpPr>
          <a:xfrm>
            <a:off x="17083198" y="8026338"/>
            <a:ext cx="352186" cy="352186"/>
            <a:chOff x="0" y="0"/>
            <a:chExt cx="812800" cy="812800"/>
          </a:xfrm>
        </p:grpSpPr>
        <p:sp>
          <p:nvSpPr>
            <p:cNvPr id="155" name="Google Shape;155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8"/>
          <p:cNvGrpSpPr/>
          <p:nvPr/>
        </p:nvGrpSpPr>
        <p:grpSpPr>
          <a:xfrm>
            <a:off x="17083198" y="551385"/>
            <a:ext cx="352186" cy="352186"/>
            <a:chOff x="0" y="0"/>
            <a:chExt cx="812800" cy="812800"/>
          </a:xfrm>
        </p:grpSpPr>
        <p:sp>
          <p:nvSpPr>
            <p:cNvPr id="158" name="Google Shape;158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8"/>
          <p:cNvGrpSpPr/>
          <p:nvPr/>
        </p:nvGrpSpPr>
        <p:grpSpPr>
          <a:xfrm>
            <a:off x="1051917" y="9744609"/>
            <a:ext cx="2137520" cy="475425"/>
            <a:chOff x="30956" y="22078"/>
            <a:chExt cx="2850026" cy="633900"/>
          </a:xfrm>
        </p:grpSpPr>
        <p:cxnSp>
          <p:nvCxnSpPr>
            <p:cNvPr id="161" name="Google Shape;161;p8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2" name="Google Shape;162;p8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3" name="Google Shape;163;p8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4" name="Google Shape;164;p8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5" name="Google Shape;165;p8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6" name="Google Shape;166;p8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7" name="Google Shape;167;p8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68" name="Google Shape;16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8475" y="4572470"/>
            <a:ext cx="765300" cy="741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body" idx="1"/>
          </p:nvPr>
        </p:nvSpPr>
        <p:spPr>
          <a:xfrm>
            <a:off x="9298225" y="4762625"/>
            <a:ext cx="54870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9"/>
          <p:cNvSpPr txBox="1">
            <a:spLocks noGrp="1"/>
          </p:cNvSpPr>
          <p:nvPr>
            <p:ph type="body" idx="2"/>
          </p:nvPr>
        </p:nvSpPr>
        <p:spPr>
          <a:xfrm>
            <a:off x="3502775" y="4870600"/>
            <a:ext cx="55998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9"/>
          <p:cNvSpPr txBox="1">
            <a:spLocks noGrp="1"/>
          </p:cNvSpPr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sz="900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73" name="Google Shape;17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193897" y="7776771"/>
            <a:ext cx="849975" cy="825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025" y="3135975"/>
            <a:ext cx="1551975" cy="1917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9"/>
          <p:cNvGrpSpPr/>
          <p:nvPr/>
        </p:nvGrpSpPr>
        <p:grpSpPr>
          <a:xfrm>
            <a:off x="2765041" y="9794917"/>
            <a:ext cx="2137519" cy="475425"/>
            <a:chOff x="30956" y="22078"/>
            <a:chExt cx="2850026" cy="633900"/>
          </a:xfrm>
        </p:grpSpPr>
        <p:cxnSp>
          <p:nvCxnSpPr>
            <p:cNvPr id="176" name="Google Shape;176;p9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7" name="Google Shape;177;p9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8" name="Google Shape;178;p9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" name="Google Shape;179;p9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9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9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9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83" name="Google Shape;183;p9"/>
          <p:cNvGrpSpPr/>
          <p:nvPr/>
        </p:nvGrpSpPr>
        <p:grpSpPr>
          <a:xfrm>
            <a:off x="4882281" y="9794917"/>
            <a:ext cx="2137520" cy="475425"/>
            <a:chOff x="30956" y="22078"/>
            <a:chExt cx="2850026" cy="633900"/>
          </a:xfrm>
        </p:grpSpPr>
        <p:cxnSp>
          <p:nvCxnSpPr>
            <p:cNvPr id="184" name="Google Shape;184;p9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5" name="Google Shape;185;p9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6" name="Google Shape;186;p9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7" name="Google Shape;187;p9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8" name="Google Shape;188;p9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9" name="Google Shape;189;p9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0" name="Google Shape;190;p9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>
            <a:spLocks noGrp="1"/>
          </p:cNvSpPr>
          <p:nvPr>
            <p:ph type="pic" idx="2"/>
          </p:nvPr>
        </p:nvSpPr>
        <p:spPr>
          <a:xfrm>
            <a:off x="11032673" y="5005500"/>
            <a:ext cx="4678500" cy="35091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10"/>
          <p:cNvSpPr txBox="1">
            <a:spLocks noGrp="1"/>
          </p:cNvSpPr>
          <p:nvPr>
            <p:ph type="body" idx="1"/>
          </p:nvPr>
        </p:nvSpPr>
        <p:spPr>
          <a:xfrm>
            <a:off x="2436438" y="464508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0"/>
          <p:cNvSpPr txBox="1">
            <a:spLocks noGrp="1"/>
          </p:cNvSpPr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sz="900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95" name="Google Shape;195;p10"/>
          <p:cNvGrpSpPr/>
          <p:nvPr/>
        </p:nvGrpSpPr>
        <p:grpSpPr>
          <a:xfrm>
            <a:off x="9265984" y="8920941"/>
            <a:ext cx="2137520" cy="475425"/>
            <a:chOff x="30956" y="22078"/>
            <a:chExt cx="2850026" cy="633900"/>
          </a:xfrm>
        </p:grpSpPr>
        <p:cxnSp>
          <p:nvCxnSpPr>
            <p:cNvPr id="196" name="Google Shape;196;p10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7" name="Google Shape;197;p10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8" name="Google Shape;198;p10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9" name="Google Shape;199;p10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0" name="Google Shape;200;p10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1" name="Google Shape;201;p10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2" name="Google Shape;202;p10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203" name="Google Shape;20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381501" y="2267600"/>
            <a:ext cx="822075" cy="798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525" y="7990676"/>
            <a:ext cx="352175" cy="1766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sz="900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849175" y="46843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–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–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»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27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11"/>
          <p:cNvGrpSpPr/>
          <p:nvPr/>
        </p:nvGrpSpPr>
        <p:grpSpPr>
          <a:xfrm>
            <a:off x="1028700" y="915012"/>
            <a:ext cx="17495249" cy="5766541"/>
            <a:chOff x="0" y="-38100"/>
            <a:chExt cx="5863165" cy="1932535"/>
          </a:xfrm>
        </p:grpSpPr>
        <p:sp>
          <p:nvSpPr>
            <p:cNvPr id="210" name="Google Shape;210;p11"/>
            <p:cNvSpPr/>
            <p:nvPr/>
          </p:nvSpPr>
          <p:spPr>
            <a:xfrm>
              <a:off x="0" y="0"/>
              <a:ext cx="5863165" cy="1894435"/>
            </a:xfrm>
            <a:custGeom>
              <a:avLst/>
              <a:gdLst/>
              <a:ahLst/>
              <a:cxnLst/>
              <a:rect l="l" t="t" r="r" b="b"/>
              <a:pathLst>
                <a:path w="5863165" h="1894435" extrusionOk="0">
                  <a:moveTo>
                    <a:pt x="8850" y="0"/>
                  </a:moveTo>
                  <a:lnTo>
                    <a:pt x="5854315" y="0"/>
                  </a:lnTo>
                  <a:cubicBezTo>
                    <a:pt x="5859202" y="0"/>
                    <a:pt x="5863165" y="3962"/>
                    <a:pt x="5863165" y="8850"/>
                  </a:cubicBezTo>
                  <a:lnTo>
                    <a:pt x="5863165" y="1885585"/>
                  </a:lnTo>
                  <a:cubicBezTo>
                    <a:pt x="5863165" y="1887932"/>
                    <a:pt x="5862232" y="1890183"/>
                    <a:pt x="5860573" y="1891842"/>
                  </a:cubicBezTo>
                  <a:cubicBezTo>
                    <a:pt x="5858913" y="1893502"/>
                    <a:pt x="5856662" y="1894435"/>
                    <a:pt x="5854315" y="1894435"/>
                  </a:cubicBezTo>
                  <a:lnTo>
                    <a:pt x="8850" y="1894435"/>
                  </a:lnTo>
                  <a:cubicBezTo>
                    <a:pt x="6503" y="1894435"/>
                    <a:pt x="4252" y="1893502"/>
                    <a:pt x="2592" y="1891842"/>
                  </a:cubicBezTo>
                  <a:cubicBezTo>
                    <a:pt x="932" y="1890183"/>
                    <a:pt x="0" y="1887932"/>
                    <a:pt x="0" y="1885585"/>
                  </a:cubicBezTo>
                  <a:lnTo>
                    <a:pt x="0" y="8850"/>
                  </a:lnTo>
                  <a:cubicBezTo>
                    <a:pt x="0" y="6503"/>
                    <a:pt x="932" y="4252"/>
                    <a:pt x="2592" y="2592"/>
                  </a:cubicBezTo>
                  <a:cubicBezTo>
                    <a:pt x="4252" y="932"/>
                    <a:pt x="6503" y="0"/>
                    <a:pt x="88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BD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1"/>
            <p:cNvSpPr txBox="1"/>
            <p:nvPr/>
          </p:nvSpPr>
          <p:spPr>
            <a:xfrm>
              <a:off x="0" y="-38100"/>
              <a:ext cx="5863165" cy="19325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11"/>
          <p:cNvGrpSpPr/>
          <p:nvPr/>
        </p:nvGrpSpPr>
        <p:grpSpPr>
          <a:xfrm>
            <a:off x="15976928" y="708796"/>
            <a:ext cx="1871770" cy="639807"/>
            <a:chOff x="0" y="0"/>
            <a:chExt cx="2495693" cy="853076"/>
          </a:xfrm>
        </p:grpSpPr>
        <p:grpSp>
          <p:nvGrpSpPr>
            <p:cNvPr id="213" name="Google Shape;213;p11"/>
            <p:cNvGrpSpPr/>
            <p:nvPr/>
          </p:nvGrpSpPr>
          <p:grpSpPr>
            <a:xfrm rot="5400000">
              <a:off x="0" y="0"/>
              <a:ext cx="853076" cy="853076"/>
              <a:chOff x="0" y="0"/>
              <a:chExt cx="812800" cy="812800"/>
            </a:xfrm>
          </p:grpSpPr>
          <p:sp>
            <p:nvSpPr>
              <p:cNvPr id="214" name="Google Shape;214;p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11"/>
            <p:cNvGrpSpPr/>
            <p:nvPr/>
          </p:nvGrpSpPr>
          <p:grpSpPr>
            <a:xfrm rot="5400000">
              <a:off x="1105041" y="91998"/>
              <a:ext cx="669081" cy="669081"/>
              <a:chOff x="0" y="0"/>
              <a:chExt cx="812800" cy="812800"/>
            </a:xfrm>
          </p:grpSpPr>
          <p:sp>
            <p:nvSpPr>
              <p:cNvPr id="217" name="Google Shape;217;p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 rot="5400000">
              <a:off x="2026087" y="191735"/>
              <a:ext cx="469606" cy="469606"/>
              <a:chOff x="0" y="0"/>
              <a:chExt cx="812800" cy="812800"/>
            </a:xfrm>
          </p:grpSpPr>
          <p:sp>
            <p:nvSpPr>
              <p:cNvPr id="220" name="Google Shape;220;p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5" name="Google Shape;225;p11"/>
          <p:cNvSpPr txBox="1"/>
          <p:nvPr/>
        </p:nvSpPr>
        <p:spPr>
          <a:xfrm>
            <a:off x="2930738" y="1171783"/>
            <a:ext cx="12951703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ru-RU" sz="5400" b="1" dirty="0">
                <a:solidFill>
                  <a:srgbClr val="FFBD4C"/>
                </a:solidFill>
                <a:latin typeface="Arial Black" panose="020B0A04020102020204" pitchFamily="34" charset="0"/>
              </a:rPr>
              <a:t>Сайт для шифрования текста с использованием </a:t>
            </a:r>
            <a:r>
              <a:rPr lang="ru-RU" sz="5400" b="1" dirty="0" err="1">
                <a:solidFill>
                  <a:srgbClr val="FFBD4C"/>
                </a:solidFill>
                <a:latin typeface="Arial Black" panose="020B0A04020102020204" pitchFamily="34" charset="0"/>
              </a:rPr>
              <a:t>афинного</a:t>
            </a:r>
            <a:r>
              <a:rPr lang="ru-RU" sz="5400" b="1" dirty="0">
                <a:solidFill>
                  <a:srgbClr val="FFBD4C"/>
                </a:solidFill>
                <a:latin typeface="Arial Black" panose="020B0A04020102020204" pitchFamily="34" charset="0"/>
              </a:rPr>
              <a:t> шифра</a:t>
            </a:r>
            <a:endParaRPr lang="ru-RU" sz="5400" dirty="0">
              <a:solidFill>
                <a:srgbClr val="FFBD4C"/>
              </a:solidFill>
              <a:latin typeface="Arial Black" panose="020B0A04020102020204" pitchFamily="34" charset="0"/>
            </a:endParaRPr>
          </a:p>
          <a:p>
            <a:pPr algn="ctr"/>
            <a:endParaRPr sz="5400" dirty="0">
              <a:solidFill>
                <a:srgbClr val="FFBD4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26" name="Google Shape;226;p11"/>
          <p:cNvGrpSpPr/>
          <p:nvPr/>
        </p:nvGrpSpPr>
        <p:grpSpPr>
          <a:xfrm rot="5400000">
            <a:off x="-814419" y="7426244"/>
            <a:ext cx="2137482" cy="475324"/>
            <a:chOff x="30956" y="22212"/>
            <a:chExt cx="2849976" cy="633766"/>
          </a:xfrm>
        </p:grpSpPr>
        <p:cxnSp>
          <p:nvCxnSpPr>
            <p:cNvPr id="227" name="Google Shape;227;p11"/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8" name="Google Shape;228;p11"/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9" name="Google Shape;229;p11"/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0" name="Google Shape;230;p11"/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1" name="Google Shape;231;p11"/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2" name="Google Shape;232;p11"/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3" name="Google Shape;233;p11"/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4" name="Google Shape;234;p11"/>
          <p:cNvGrpSpPr/>
          <p:nvPr/>
        </p:nvGrpSpPr>
        <p:grpSpPr>
          <a:xfrm>
            <a:off x="15098602" y="9795017"/>
            <a:ext cx="2137482" cy="475324"/>
            <a:chOff x="30956" y="22212"/>
            <a:chExt cx="2849976" cy="633766"/>
          </a:xfrm>
        </p:grpSpPr>
        <p:cxnSp>
          <p:nvCxnSpPr>
            <p:cNvPr id="235" name="Google Shape;235;p11"/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6" name="Google Shape;236;p11"/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7" name="Google Shape;237;p11"/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8" name="Google Shape;238;p11"/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9" name="Google Shape;239;p11"/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0" name="Google Shape;240;p11"/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1" name="Google Shape;241;p11"/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42" name="Google Shape;242;p11"/>
          <p:cNvSpPr txBox="1"/>
          <p:nvPr/>
        </p:nvSpPr>
        <p:spPr>
          <a:xfrm>
            <a:off x="7724117" y="7765746"/>
            <a:ext cx="4073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 b="1" i="0" u="none" strike="noStrike" cap="none">
                <a:solidFill>
                  <a:srgbClr val="0C0F27"/>
                </a:solidFill>
                <a:latin typeface="Montserrat"/>
                <a:ea typeface="Montserrat"/>
                <a:cs typeface="Montserrat"/>
                <a:sym typeface="Montserrat"/>
              </a:rPr>
              <a:t>Presentation</a:t>
            </a:r>
            <a:endParaRPr/>
          </a:p>
        </p:txBody>
      </p:sp>
      <p:pic>
        <p:nvPicPr>
          <p:cNvPr id="243" name="Google Shape;24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0413" y="8660050"/>
            <a:ext cx="1793125" cy="35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65257" y="2314353"/>
            <a:ext cx="632150" cy="613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27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12"/>
          <p:cNvGrpSpPr/>
          <p:nvPr/>
        </p:nvGrpSpPr>
        <p:grpSpPr>
          <a:xfrm>
            <a:off x="3982638" y="2370807"/>
            <a:ext cx="1430070" cy="1505747"/>
            <a:chOff x="0" y="0"/>
            <a:chExt cx="812800" cy="812800"/>
          </a:xfrm>
        </p:grpSpPr>
        <p:sp>
          <p:nvSpPr>
            <p:cNvPr id="251" name="Google Shape;251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2"/>
            <p:cNvSpPr txBox="1"/>
            <p:nvPr/>
          </p:nvSpPr>
          <p:spPr>
            <a:xfrm>
              <a:off x="76200" y="27292"/>
              <a:ext cx="677096" cy="7093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1" algn="ctr">
                <a:lnSpc>
                  <a:spcPct val="186611"/>
                </a:lnSpc>
              </a:pPr>
              <a:r>
                <a:rPr lang="ru-RU" sz="6000" dirty="0">
                  <a:solidFill>
                    <a:schemeClr val="dk1"/>
                  </a:solidFill>
                  <a:latin typeface="Arial Black" panose="020B0A04020102020204" pitchFamily="34" charset="0"/>
                  <a:ea typeface="Calibri"/>
                  <a:cs typeface="Calibri"/>
                  <a:sym typeface="Calibri"/>
                </a:rPr>
                <a:t>2</a:t>
              </a:r>
              <a:endParaRPr sz="6000" b="0" i="0" u="none" strike="noStrike" cap="none" dirty="0">
                <a:solidFill>
                  <a:schemeClr val="dk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12"/>
          <p:cNvGrpSpPr/>
          <p:nvPr/>
        </p:nvGrpSpPr>
        <p:grpSpPr>
          <a:xfrm>
            <a:off x="554500" y="2815675"/>
            <a:ext cx="2075056" cy="3026010"/>
            <a:chOff x="0" y="-38100"/>
            <a:chExt cx="1143386" cy="1442558"/>
          </a:xfrm>
        </p:grpSpPr>
        <p:sp>
          <p:nvSpPr>
            <p:cNvPr id="254" name="Google Shape;254;p12"/>
            <p:cNvSpPr/>
            <p:nvPr/>
          </p:nvSpPr>
          <p:spPr>
            <a:xfrm>
              <a:off x="0" y="0"/>
              <a:ext cx="1143386" cy="1404458"/>
            </a:xfrm>
            <a:custGeom>
              <a:avLst/>
              <a:gdLst/>
              <a:ahLst/>
              <a:cxnLst/>
              <a:rect l="l" t="t" r="r" b="b"/>
              <a:pathLst>
                <a:path w="1143386" h="1404458" extrusionOk="0">
                  <a:moveTo>
                    <a:pt x="45383" y="0"/>
                  </a:moveTo>
                  <a:lnTo>
                    <a:pt x="1098002" y="0"/>
                  </a:lnTo>
                  <a:cubicBezTo>
                    <a:pt x="1110038" y="0"/>
                    <a:pt x="1121582" y="4781"/>
                    <a:pt x="1130093" y="13293"/>
                  </a:cubicBezTo>
                  <a:cubicBezTo>
                    <a:pt x="1138604" y="21804"/>
                    <a:pt x="1143386" y="33347"/>
                    <a:pt x="1143386" y="45383"/>
                  </a:cubicBezTo>
                  <a:lnTo>
                    <a:pt x="1143386" y="1359074"/>
                  </a:lnTo>
                  <a:cubicBezTo>
                    <a:pt x="1143386" y="1371111"/>
                    <a:pt x="1138604" y="1382654"/>
                    <a:pt x="1130093" y="1391165"/>
                  </a:cubicBezTo>
                  <a:cubicBezTo>
                    <a:pt x="1121582" y="1399676"/>
                    <a:pt x="1110038" y="1404458"/>
                    <a:pt x="1098002" y="1404458"/>
                  </a:cubicBezTo>
                  <a:lnTo>
                    <a:pt x="45383" y="1404458"/>
                  </a:lnTo>
                  <a:cubicBezTo>
                    <a:pt x="20319" y="1404458"/>
                    <a:pt x="0" y="1384139"/>
                    <a:pt x="0" y="1359074"/>
                  </a:cubicBezTo>
                  <a:lnTo>
                    <a:pt x="0" y="45383"/>
                  </a:lnTo>
                  <a:cubicBezTo>
                    <a:pt x="0" y="33347"/>
                    <a:pt x="4781" y="21804"/>
                    <a:pt x="13293" y="13293"/>
                  </a:cubicBezTo>
                  <a:cubicBezTo>
                    <a:pt x="21804" y="4781"/>
                    <a:pt x="33347" y="0"/>
                    <a:pt x="453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BD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2"/>
            <p:cNvSpPr txBox="1"/>
            <p:nvPr/>
          </p:nvSpPr>
          <p:spPr>
            <a:xfrm>
              <a:off x="0" y="-38100"/>
              <a:ext cx="1143386" cy="14425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1" name="Google Shape;281;p12"/>
          <p:cNvSpPr txBox="1"/>
          <p:nvPr/>
        </p:nvSpPr>
        <p:spPr>
          <a:xfrm>
            <a:off x="2451226" y="143333"/>
            <a:ext cx="1309496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b="0" i="0" u="none" strike="noStrike" cap="none" dirty="0" smtClean="0">
                <a:solidFill>
                  <a:srgbClr val="FFBD4C"/>
                </a:solidFill>
                <a:latin typeface="Arial Black" panose="020B0A04020102020204" pitchFamily="34" charset="0"/>
                <a:ea typeface="Montserrat"/>
                <a:cs typeface="Montserrat"/>
                <a:sym typeface="Montserrat"/>
              </a:rPr>
              <a:t>Сценарий использования</a:t>
            </a:r>
            <a:endParaRPr sz="900" dirty="0">
              <a:latin typeface="Arial Black" panose="020B0A04020102020204" pitchFamily="34" charset="0"/>
            </a:endParaRPr>
          </a:p>
        </p:txBody>
      </p:sp>
      <p:sp>
        <p:nvSpPr>
          <p:cNvPr id="285" name="Google Shape;285;p12"/>
          <p:cNvSpPr txBox="1"/>
          <p:nvPr/>
        </p:nvSpPr>
        <p:spPr>
          <a:xfrm>
            <a:off x="620856" y="4038384"/>
            <a:ext cx="1968612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cap="none" dirty="0" smtClean="0">
                <a:solidFill>
                  <a:srgbClr val="FFFFFF"/>
                </a:solidFill>
                <a:latin typeface="+mj-lt"/>
                <a:ea typeface="Roboto Condensed"/>
                <a:cs typeface="Roboto Condensed"/>
                <a:sym typeface="Roboto Condensed"/>
              </a:rPr>
              <a:t>Запуск</a:t>
            </a:r>
          </a:p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rgbClr val="FFFFFF"/>
                </a:solidFill>
                <a:latin typeface="+mj-lt"/>
                <a:ea typeface="Roboto Condensed"/>
                <a:sym typeface="Roboto Condensed"/>
              </a:rPr>
              <a:t>Открытие веб-сайта</a:t>
            </a:r>
            <a:endParaRPr sz="1100" dirty="0">
              <a:latin typeface="+mj-lt"/>
            </a:endParaRPr>
          </a:p>
        </p:txBody>
      </p:sp>
      <p:sp>
        <p:nvSpPr>
          <p:cNvPr id="289" name="Google Shape;289;p12"/>
          <p:cNvSpPr txBox="1"/>
          <p:nvPr/>
        </p:nvSpPr>
        <p:spPr>
          <a:xfrm>
            <a:off x="8685464" y="3900774"/>
            <a:ext cx="595551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 dirty="0">
                <a:solidFill>
                  <a:srgbClr val="0C0F27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dirty="0"/>
          </a:p>
        </p:txBody>
      </p:sp>
      <p:grpSp>
        <p:nvGrpSpPr>
          <p:cNvPr id="52" name="Google Shape;253;p12"/>
          <p:cNvGrpSpPr/>
          <p:nvPr/>
        </p:nvGrpSpPr>
        <p:grpSpPr>
          <a:xfrm>
            <a:off x="3647241" y="2815675"/>
            <a:ext cx="2075056" cy="3026010"/>
            <a:chOff x="0" y="-38100"/>
            <a:chExt cx="1143386" cy="1442558"/>
          </a:xfrm>
        </p:grpSpPr>
        <p:sp>
          <p:nvSpPr>
            <p:cNvPr id="53" name="Google Shape;254;p12"/>
            <p:cNvSpPr/>
            <p:nvPr/>
          </p:nvSpPr>
          <p:spPr>
            <a:xfrm>
              <a:off x="0" y="0"/>
              <a:ext cx="1143386" cy="1404458"/>
            </a:xfrm>
            <a:custGeom>
              <a:avLst/>
              <a:gdLst/>
              <a:ahLst/>
              <a:cxnLst/>
              <a:rect l="l" t="t" r="r" b="b"/>
              <a:pathLst>
                <a:path w="1143386" h="1404458" extrusionOk="0">
                  <a:moveTo>
                    <a:pt x="45383" y="0"/>
                  </a:moveTo>
                  <a:lnTo>
                    <a:pt x="1098002" y="0"/>
                  </a:lnTo>
                  <a:cubicBezTo>
                    <a:pt x="1110038" y="0"/>
                    <a:pt x="1121582" y="4781"/>
                    <a:pt x="1130093" y="13293"/>
                  </a:cubicBezTo>
                  <a:cubicBezTo>
                    <a:pt x="1138604" y="21804"/>
                    <a:pt x="1143386" y="33347"/>
                    <a:pt x="1143386" y="45383"/>
                  </a:cubicBezTo>
                  <a:lnTo>
                    <a:pt x="1143386" y="1359074"/>
                  </a:lnTo>
                  <a:cubicBezTo>
                    <a:pt x="1143386" y="1371111"/>
                    <a:pt x="1138604" y="1382654"/>
                    <a:pt x="1130093" y="1391165"/>
                  </a:cubicBezTo>
                  <a:cubicBezTo>
                    <a:pt x="1121582" y="1399676"/>
                    <a:pt x="1110038" y="1404458"/>
                    <a:pt x="1098002" y="1404458"/>
                  </a:cubicBezTo>
                  <a:lnTo>
                    <a:pt x="45383" y="1404458"/>
                  </a:lnTo>
                  <a:cubicBezTo>
                    <a:pt x="20319" y="1404458"/>
                    <a:pt x="0" y="1384139"/>
                    <a:pt x="0" y="1359074"/>
                  </a:cubicBezTo>
                  <a:lnTo>
                    <a:pt x="0" y="45383"/>
                  </a:lnTo>
                  <a:cubicBezTo>
                    <a:pt x="0" y="33347"/>
                    <a:pt x="4781" y="21804"/>
                    <a:pt x="13293" y="13293"/>
                  </a:cubicBezTo>
                  <a:cubicBezTo>
                    <a:pt x="21804" y="4781"/>
                    <a:pt x="33347" y="0"/>
                    <a:pt x="453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BD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55;p12"/>
            <p:cNvSpPr txBox="1"/>
            <p:nvPr/>
          </p:nvSpPr>
          <p:spPr>
            <a:xfrm>
              <a:off x="0" y="-38100"/>
              <a:ext cx="1143386" cy="14425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" name="Google Shape;250;p12"/>
          <p:cNvGrpSpPr/>
          <p:nvPr/>
        </p:nvGrpSpPr>
        <p:grpSpPr>
          <a:xfrm>
            <a:off x="952607" y="2440524"/>
            <a:ext cx="1278842" cy="1366306"/>
            <a:chOff x="0" y="0"/>
            <a:chExt cx="812800" cy="812800"/>
          </a:xfrm>
        </p:grpSpPr>
        <p:sp>
          <p:nvSpPr>
            <p:cNvPr id="59" name="Google Shape;251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52;p12"/>
            <p:cNvSpPr txBox="1"/>
            <p:nvPr/>
          </p:nvSpPr>
          <p:spPr>
            <a:xfrm>
              <a:off x="76200" y="27292"/>
              <a:ext cx="677096" cy="7093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1" algn="ctr">
                <a:lnSpc>
                  <a:spcPct val="186611"/>
                </a:lnSpc>
              </a:pPr>
              <a:r>
                <a:rPr lang="ru-RU" sz="6000" b="0" i="0" u="none" strike="noStrike" cap="none" dirty="0" smtClean="0">
                  <a:solidFill>
                    <a:schemeClr val="dk1"/>
                  </a:solidFill>
                  <a:latin typeface="Arial Black" panose="020B0A04020102020204" pitchFamily="34" charset="0"/>
                  <a:ea typeface="Calibri"/>
                  <a:cs typeface="Calibri"/>
                  <a:sym typeface="Calibri"/>
                </a:rPr>
                <a:t>1</a:t>
              </a:r>
              <a:endParaRPr sz="6000" b="0" i="0" u="none" strike="noStrike" cap="none" dirty="0">
                <a:solidFill>
                  <a:schemeClr val="dk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" name="Google Shape;285;p12"/>
          <p:cNvSpPr txBox="1"/>
          <p:nvPr/>
        </p:nvSpPr>
        <p:spPr>
          <a:xfrm>
            <a:off x="3721533" y="4035206"/>
            <a:ext cx="1968612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cap="none" dirty="0" smtClean="0">
                <a:solidFill>
                  <a:srgbClr val="FFFFFF"/>
                </a:solidFill>
                <a:latin typeface="+mj-lt"/>
                <a:ea typeface="Roboto Condensed"/>
                <a:cs typeface="Roboto Condensed"/>
                <a:sym typeface="Roboto Condensed"/>
              </a:rPr>
              <a:t>Ввод</a:t>
            </a:r>
          </a:p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rgbClr val="FFFFFF"/>
                </a:solidFill>
                <a:latin typeface="+mj-lt"/>
                <a:ea typeface="Roboto Condensed"/>
                <a:sym typeface="Roboto Condensed"/>
              </a:rPr>
              <a:t>Текст и ключи</a:t>
            </a:r>
            <a:endParaRPr sz="1000" dirty="0">
              <a:latin typeface="+mj-lt"/>
            </a:endParaRPr>
          </a:p>
        </p:txBody>
      </p:sp>
      <p:sp>
        <p:nvSpPr>
          <p:cNvPr id="62" name="Google Shape;285;p12"/>
          <p:cNvSpPr txBox="1"/>
          <p:nvPr/>
        </p:nvSpPr>
        <p:spPr>
          <a:xfrm>
            <a:off x="6813438" y="4035206"/>
            <a:ext cx="1968612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cap="none" dirty="0" smtClean="0">
                <a:solidFill>
                  <a:srgbClr val="FFFFFF"/>
                </a:solidFill>
                <a:latin typeface="+mj-lt"/>
                <a:ea typeface="Roboto Condensed"/>
                <a:cs typeface="Roboto Condensed"/>
                <a:sym typeface="Roboto Condensed"/>
              </a:rPr>
              <a:t>Запуск</a:t>
            </a:r>
          </a:p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rgbClr val="FFFFFF"/>
                </a:solidFill>
                <a:latin typeface="+mj-lt"/>
                <a:ea typeface="Roboto Condensed"/>
                <a:sym typeface="Roboto Condensed"/>
              </a:rPr>
              <a:t>Нажатие кнопки</a:t>
            </a:r>
            <a:endParaRPr sz="1100" dirty="0">
              <a:latin typeface="+mj-lt"/>
            </a:endParaRPr>
          </a:p>
        </p:txBody>
      </p:sp>
      <p:grpSp>
        <p:nvGrpSpPr>
          <p:cNvPr id="63" name="Google Shape;253;p12"/>
          <p:cNvGrpSpPr/>
          <p:nvPr/>
        </p:nvGrpSpPr>
        <p:grpSpPr>
          <a:xfrm>
            <a:off x="6739982" y="2821588"/>
            <a:ext cx="2075056" cy="3026010"/>
            <a:chOff x="0" y="-38100"/>
            <a:chExt cx="1143386" cy="1442558"/>
          </a:xfrm>
        </p:grpSpPr>
        <p:sp>
          <p:nvSpPr>
            <p:cNvPr id="64" name="Google Shape;254;p12"/>
            <p:cNvSpPr/>
            <p:nvPr/>
          </p:nvSpPr>
          <p:spPr>
            <a:xfrm>
              <a:off x="0" y="0"/>
              <a:ext cx="1143386" cy="1404458"/>
            </a:xfrm>
            <a:custGeom>
              <a:avLst/>
              <a:gdLst/>
              <a:ahLst/>
              <a:cxnLst/>
              <a:rect l="l" t="t" r="r" b="b"/>
              <a:pathLst>
                <a:path w="1143386" h="1404458" extrusionOk="0">
                  <a:moveTo>
                    <a:pt x="45383" y="0"/>
                  </a:moveTo>
                  <a:lnTo>
                    <a:pt x="1098002" y="0"/>
                  </a:lnTo>
                  <a:cubicBezTo>
                    <a:pt x="1110038" y="0"/>
                    <a:pt x="1121582" y="4781"/>
                    <a:pt x="1130093" y="13293"/>
                  </a:cubicBezTo>
                  <a:cubicBezTo>
                    <a:pt x="1138604" y="21804"/>
                    <a:pt x="1143386" y="33347"/>
                    <a:pt x="1143386" y="45383"/>
                  </a:cubicBezTo>
                  <a:lnTo>
                    <a:pt x="1143386" y="1359074"/>
                  </a:lnTo>
                  <a:cubicBezTo>
                    <a:pt x="1143386" y="1371111"/>
                    <a:pt x="1138604" y="1382654"/>
                    <a:pt x="1130093" y="1391165"/>
                  </a:cubicBezTo>
                  <a:cubicBezTo>
                    <a:pt x="1121582" y="1399676"/>
                    <a:pt x="1110038" y="1404458"/>
                    <a:pt x="1098002" y="1404458"/>
                  </a:cubicBezTo>
                  <a:lnTo>
                    <a:pt x="45383" y="1404458"/>
                  </a:lnTo>
                  <a:cubicBezTo>
                    <a:pt x="20319" y="1404458"/>
                    <a:pt x="0" y="1384139"/>
                    <a:pt x="0" y="1359074"/>
                  </a:cubicBezTo>
                  <a:lnTo>
                    <a:pt x="0" y="45383"/>
                  </a:lnTo>
                  <a:cubicBezTo>
                    <a:pt x="0" y="33347"/>
                    <a:pt x="4781" y="21804"/>
                    <a:pt x="13293" y="13293"/>
                  </a:cubicBezTo>
                  <a:cubicBezTo>
                    <a:pt x="21804" y="4781"/>
                    <a:pt x="33347" y="0"/>
                    <a:pt x="453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BD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55;p12"/>
            <p:cNvSpPr txBox="1"/>
            <p:nvPr/>
          </p:nvSpPr>
          <p:spPr>
            <a:xfrm>
              <a:off x="0" y="-38100"/>
              <a:ext cx="1143386" cy="14425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" name="Google Shape;250;p12"/>
          <p:cNvGrpSpPr/>
          <p:nvPr/>
        </p:nvGrpSpPr>
        <p:grpSpPr>
          <a:xfrm>
            <a:off x="6987717" y="2331742"/>
            <a:ext cx="1620054" cy="1583870"/>
            <a:chOff x="0" y="0"/>
            <a:chExt cx="812800" cy="812800"/>
          </a:xfrm>
        </p:grpSpPr>
        <p:sp>
          <p:nvSpPr>
            <p:cNvPr id="70" name="Google Shape;251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52;p12"/>
            <p:cNvSpPr txBox="1"/>
            <p:nvPr/>
          </p:nvSpPr>
          <p:spPr>
            <a:xfrm>
              <a:off x="76200" y="27292"/>
              <a:ext cx="677096" cy="7093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1" algn="ctr">
                <a:lnSpc>
                  <a:spcPct val="186611"/>
                </a:lnSpc>
              </a:pPr>
              <a:r>
                <a:rPr lang="ru-RU" sz="6000" dirty="0" smtClean="0">
                  <a:solidFill>
                    <a:schemeClr val="dk1"/>
                  </a:solidFill>
                  <a:latin typeface="Arial Black" panose="020B0A04020102020204" pitchFamily="34" charset="0"/>
                  <a:ea typeface="Calibri"/>
                  <a:cs typeface="Calibri"/>
                  <a:sym typeface="Calibri"/>
                </a:rPr>
                <a:t>3</a:t>
              </a:r>
              <a:endParaRPr sz="6000" b="0" i="0" u="none" strike="noStrike" cap="none" dirty="0">
                <a:solidFill>
                  <a:schemeClr val="dk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" name="Google Shape;253;p12"/>
          <p:cNvGrpSpPr/>
          <p:nvPr/>
        </p:nvGrpSpPr>
        <p:grpSpPr>
          <a:xfrm>
            <a:off x="9861590" y="2806548"/>
            <a:ext cx="2075056" cy="3026010"/>
            <a:chOff x="0" y="-38100"/>
            <a:chExt cx="1143386" cy="1442558"/>
          </a:xfrm>
        </p:grpSpPr>
        <p:sp>
          <p:nvSpPr>
            <p:cNvPr id="73" name="Google Shape;254;p12"/>
            <p:cNvSpPr/>
            <p:nvPr/>
          </p:nvSpPr>
          <p:spPr>
            <a:xfrm>
              <a:off x="0" y="0"/>
              <a:ext cx="1143386" cy="1404458"/>
            </a:xfrm>
            <a:custGeom>
              <a:avLst/>
              <a:gdLst/>
              <a:ahLst/>
              <a:cxnLst/>
              <a:rect l="l" t="t" r="r" b="b"/>
              <a:pathLst>
                <a:path w="1143386" h="1404458" extrusionOk="0">
                  <a:moveTo>
                    <a:pt x="45383" y="0"/>
                  </a:moveTo>
                  <a:lnTo>
                    <a:pt x="1098002" y="0"/>
                  </a:lnTo>
                  <a:cubicBezTo>
                    <a:pt x="1110038" y="0"/>
                    <a:pt x="1121582" y="4781"/>
                    <a:pt x="1130093" y="13293"/>
                  </a:cubicBezTo>
                  <a:cubicBezTo>
                    <a:pt x="1138604" y="21804"/>
                    <a:pt x="1143386" y="33347"/>
                    <a:pt x="1143386" y="45383"/>
                  </a:cubicBezTo>
                  <a:lnTo>
                    <a:pt x="1143386" y="1359074"/>
                  </a:lnTo>
                  <a:cubicBezTo>
                    <a:pt x="1143386" y="1371111"/>
                    <a:pt x="1138604" y="1382654"/>
                    <a:pt x="1130093" y="1391165"/>
                  </a:cubicBezTo>
                  <a:cubicBezTo>
                    <a:pt x="1121582" y="1399676"/>
                    <a:pt x="1110038" y="1404458"/>
                    <a:pt x="1098002" y="1404458"/>
                  </a:cubicBezTo>
                  <a:lnTo>
                    <a:pt x="45383" y="1404458"/>
                  </a:lnTo>
                  <a:cubicBezTo>
                    <a:pt x="20319" y="1404458"/>
                    <a:pt x="0" y="1384139"/>
                    <a:pt x="0" y="1359074"/>
                  </a:cubicBezTo>
                  <a:lnTo>
                    <a:pt x="0" y="45383"/>
                  </a:lnTo>
                  <a:cubicBezTo>
                    <a:pt x="0" y="33347"/>
                    <a:pt x="4781" y="21804"/>
                    <a:pt x="13293" y="13293"/>
                  </a:cubicBezTo>
                  <a:cubicBezTo>
                    <a:pt x="21804" y="4781"/>
                    <a:pt x="33347" y="0"/>
                    <a:pt x="453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BD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55;p12"/>
            <p:cNvSpPr txBox="1"/>
            <p:nvPr/>
          </p:nvSpPr>
          <p:spPr>
            <a:xfrm>
              <a:off x="0" y="-38100"/>
              <a:ext cx="1143386" cy="14425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" name="Google Shape;250;p12"/>
          <p:cNvGrpSpPr/>
          <p:nvPr/>
        </p:nvGrpSpPr>
        <p:grpSpPr>
          <a:xfrm>
            <a:off x="10089091" y="2258140"/>
            <a:ext cx="1620054" cy="1583870"/>
            <a:chOff x="0" y="0"/>
            <a:chExt cx="812800" cy="812800"/>
          </a:xfrm>
        </p:grpSpPr>
        <p:sp>
          <p:nvSpPr>
            <p:cNvPr id="77" name="Google Shape;251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252;p12"/>
            <p:cNvSpPr txBox="1"/>
            <p:nvPr/>
          </p:nvSpPr>
          <p:spPr>
            <a:xfrm>
              <a:off x="76200" y="27292"/>
              <a:ext cx="677096" cy="7093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1" algn="ctr">
                <a:lnSpc>
                  <a:spcPct val="186611"/>
                </a:lnSpc>
              </a:pPr>
              <a:r>
                <a:rPr lang="ru-RU" sz="6000" dirty="0">
                  <a:solidFill>
                    <a:schemeClr val="dk1"/>
                  </a:solidFill>
                  <a:latin typeface="Arial Black" panose="020B0A04020102020204" pitchFamily="34" charset="0"/>
                  <a:ea typeface="Calibri"/>
                  <a:cs typeface="Calibri"/>
                  <a:sym typeface="Calibri"/>
                </a:rPr>
                <a:t>4</a:t>
              </a:r>
              <a:endParaRPr sz="6000" b="0" i="0" u="none" strike="noStrike" cap="none" dirty="0">
                <a:solidFill>
                  <a:schemeClr val="dk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" name="Google Shape;285;p12"/>
          <p:cNvSpPr txBox="1"/>
          <p:nvPr/>
        </p:nvSpPr>
        <p:spPr>
          <a:xfrm>
            <a:off x="9914812" y="4037309"/>
            <a:ext cx="1968612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cap="none" dirty="0" smtClean="0">
                <a:solidFill>
                  <a:srgbClr val="FFFFFF"/>
                </a:solidFill>
                <a:latin typeface="+mj-lt"/>
                <a:ea typeface="Roboto Condensed"/>
                <a:cs typeface="Roboto Condensed"/>
                <a:sym typeface="Roboto Condensed"/>
              </a:rPr>
              <a:t>Ввод</a:t>
            </a:r>
          </a:p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rgbClr val="FFFFFF"/>
                </a:solidFill>
                <a:latin typeface="+mj-lt"/>
                <a:ea typeface="Roboto Condensed"/>
                <a:sym typeface="Roboto Condensed"/>
              </a:rPr>
              <a:t>Текст и ключи</a:t>
            </a:r>
            <a:endParaRPr sz="1000" dirty="0">
              <a:latin typeface="+mj-lt"/>
            </a:endParaRPr>
          </a:p>
        </p:txBody>
      </p:sp>
      <p:grpSp>
        <p:nvGrpSpPr>
          <p:cNvPr id="80" name="Google Shape;253;p12"/>
          <p:cNvGrpSpPr/>
          <p:nvPr/>
        </p:nvGrpSpPr>
        <p:grpSpPr>
          <a:xfrm>
            <a:off x="12671961" y="2806548"/>
            <a:ext cx="2075056" cy="3026010"/>
            <a:chOff x="0" y="-38100"/>
            <a:chExt cx="1143386" cy="1442558"/>
          </a:xfrm>
        </p:grpSpPr>
        <p:sp>
          <p:nvSpPr>
            <p:cNvPr id="81" name="Google Shape;254;p12"/>
            <p:cNvSpPr/>
            <p:nvPr/>
          </p:nvSpPr>
          <p:spPr>
            <a:xfrm>
              <a:off x="0" y="0"/>
              <a:ext cx="1143386" cy="1404458"/>
            </a:xfrm>
            <a:custGeom>
              <a:avLst/>
              <a:gdLst/>
              <a:ahLst/>
              <a:cxnLst/>
              <a:rect l="l" t="t" r="r" b="b"/>
              <a:pathLst>
                <a:path w="1143386" h="1404458" extrusionOk="0">
                  <a:moveTo>
                    <a:pt x="45383" y="0"/>
                  </a:moveTo>
                  <a:lnTo>
                    <a:pt x="1098002" y="0"/>
                  </a:lnTo>
                  <a:cubicBezTo>
                    <a:pt x="1110038" y="0"/>
                    <a:pt x="1121582" y="4781"/>
                    <a:pt x="1130093" y="13293"/>
                  </a:cubicBezTo>
                  <a:cubicBezTo>
                    <a:pt x="1138604" y="21804"/>
                    <a:pt x="1143386" y="33347"/>
                    <a:pt x="1143386" y="45383"/>
                  </a:cubicBezTo>
                  <a:lnTo>
                    <a:pt x="1143386" y="1359074"/>
                  </a:lnTo>
                  <a:cubicBezTo>
                    <a:pt x="1143386" y="1371111"/>
                    <a:pt x="1138604" y="1382654"/>
                    <a:pt x="1130093" y="1391165"/>
                  </a:cubicBezTo>
                  <a:cubicBezTo>
                    <a:pt x="1121582" y="1399676"/>
                    <a:pt x="1110038" y="1404458"/>
                    <a:pt x="1098002" y="1404458"/>
                  </a:cubicBezTo>
                  <a:lnTo>
                    <a:pt x="45383" y="1404458"/>
                  </a:lnTo>
                  <a:cubicBezTo>
                    <a:pt x="20319" y="1404458"/>
                    <a:pt x="0" y="1384139"/>
                    <a:pt x="0" y="1359074"/>
                  </a:cubicBezTo>
                  <a:lnTo>
                    <a:pt x="0" y="45383"/>
                  </a:lnTo>
                  <a:cubicBezTo>
                    <a:pt x="0" y="33347"/>
                    <a:pt x="4781" y="21804"/>
                    <a:pt x="13293" y="13293"/>
                  </a:cubicBezTo>
                  <a:cubicBezTo>
                    <a:pt x="21804" y="4781"/>
                    <a:pt x="33347" y="0"/>
                    <a:pt x="453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BD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55;p12"/>
            <p:cNvSpPr txBox="1"/>
            <p:nvPr/>
          </p:nvSpPr>
          <p:spPr>
            <a:xfrm>
              <a:off x="0" y="-38100"/>
              <a:ext cx="1143386" cy="14425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" name="Google Shape;253;p12"/>
          <p:cNvGrpSpPr/>
          <p:nvPr/>
        </p:nvGrpSpPr>
        <p:grpSpPr>
          <a:xfrm>
            <a:off x="15708605" y="2815675"/>
            <a:ext cx="2075056" cy="3026010"/>
            <a:chOff x="0" y="-38100"/>
            <a:chExt cx="1143386" cy="1442558"/>
          </a:xfrm>
        </p:grpSpPr>
        <p:sp>
          <p:nvSpPr>
            <p:cNvPr id="84" name="Google Shape;254;p12"/>
            <p:cNvSpPr/>
            <p:nvPr/>
          </p:nvSpPr>
          <p:spPr>
            <a:xfrm>
              <a:off x="0" y="0"/>
              <a:ext cx="1143386" cy="1404458"/>
            </a:xfrm>
            <a:custGeom>
              <a:avLst/>
              <a:gdLst/>
              <a:ahLst/>
              <a:cxnLst/>
              <a:rect l="l" t="t" r="r" b="b"/>
              <a:pathLst>
                <a:path w="1143386" h="1404458" extrusionOk="0">
                  <a:moveTo>
                    <a:pt x="45383" y="0"/>
                  </a:moveTo>
                  <a:lnTo>
                    <a:pt x="1098002" y="0"/>
                  </a:lnTo>
                  <a:cubicBezTo>
                    <a:pt x="1110038" y="0"/>
                    <a:pt x="1121582" y="4781"/>
                    <a:pt x="1130093" y="13293"/>
                  </a:cubicBezTo>
                  <a:cubicBezTo>
                    <a:pt x="1138604" y="21804"/>
                    <a:pt x="1143386" y="33347"/>
                    <a:pt x="1143386" y="45383"/>
                  </a:cubicBezTo>
                  <a:lnTo>
                    <a:pt x="1143386" y="1359074"/>
                  </a:lnTo>
                  <a:cubicBezTo>
                    <a:pt x="1143386" y="1371111"/>
                    <a:pt x="1138604" y="1382654"/>
                    <a:pt x="1130093" y="1391165"/>
                  </a:cubicBezTo>
                  <a:cubicBezTo>
                    <a:pt x="1121582" y="1399676"/>
                    <a:pt x="1110038" y="1404458"/>
                    <a:pt x="1098002" y="1404458"/>
                  </a:cubicBezTo>
                  <a:lnTo>
                    <a:pt x="45383" y="1404458"/>
                  </a:lnTo>
                  <a:cubicBezTo>
                    <a:pt x="20319" y="1404458"/>
                    <a:pt x="0" y="1384139"/>
                    <a:pt x="0" y="1359074"/>
                  </a:cubicBezTo>
                  <a:lnTo>
                    <a:pt x="0" y="45383"/>
                  </a:lnTo>
                  <a:cubicBezTo>
                    <a:pt x="0" y="33347"/>
                    <a:pt x="4781" y="21804"/>
                    <a:pt x="13293" y="13293"/>
                  </a:cubicBezTo>
                  <a:cubicBezTo>
                    <a:pt x="21804" y="4781"/>
                    <a:pt x="33347" y="0"/>
                    <a:pt x="453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BD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255;p12"/>
            <p:cNvSpPr txBox="1"/>
            <p:nvPr/>
          </p:nvSpPr>
          <p:spPr>
            <a:xfrm>
              <a:off x="0" y="-38100"/>
              <a:ext cx="1143386" cy="14425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" name="Google Shape;250;p12"/>
          <p:cNvGrpSpPr/>
          <p:nvPr/>
        </p:nvGrpSpPr>
        <p:grpSpPr>
          <a:xfrm>
            <a:off x="12898234" y="2210487"/>
            <a:ext cx="1620054" cy="1583870"/>
            <a:chOff x="0" y="0"/>
            <a:chExt cx="812800" cy="812800"/>
          </a:xfrm>
        </p:grpSpPr>
        <p:sp>
          <p:nvSpPr>
            <p:cNvPr id="87" name="Google Shape;251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252;p12"/>
            <p:cNvSpPr txBox="1"/>
            <p:nvPr/>
          </p:nvSpPr>
          <p:spPr>
            <a:xfrm>
              <a:off x="76200" y="27292"/>
              <a:ext cx="677096" cy="7093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1" algn="ctr">
                <a:lnSpc>
                  <a:spcPct val="186611"/>
                </a:lnSpc>
              </a:pPr>
              <a:r>
                <a:rPr lang="ru-RU" sz="6000" dirty="0" smtClean="0">
                  <a:solidFill>
                    <a:schemeClr val="dk1"/>
                  </a:solidFill>
                  <a:latin typeface="Arial Black" panose="020B0A04020102020204" pitchFamily="34" charset="0"/>
                  <a:ea typeface="Calibri"/>
                  <a:cs typeface="Calibri"/>
                  <a:sym typeface="Calibri"/>
                </a:rPr>
                <a:t>5</a:t>
              </a:r>
              <a:endParaRPr sz="6000" b="0" i="0" u="none" strike="noStrike" cap="none" dirty="0">
                <a:solidFill>
                  <a:schemeClr val="dk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250;p12"/>
          <p:cNvGrpSpPr/>
          <p:nvPr/>
        </p:nvGrpSpPr>
        <p:grpSpPr>
          <a:xfrm>
            <a:off x="15936106" y="2279133"/>
            <a:ext cx="1620054" cy="1583870"/>
            <a:chOff x="0" y="0"/>
            <a:chExt cx="812800" cy="812800"/>
          </a:xfrm>
        </p:grpSpPr>
        <p:sp>
          <p:nvSpPr>
            <p:cNvPr id="90" name="Google Shape;251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52;p12"/>
            <p:cNvSpPr txBox="1"/>
            <p:nvPr/>
          </p:nvSpPr>
          <p:spPr>
            <a:xfrm>
              <a:off x="76200" y="27292"/>
              <a:ext cx="677096" cy="7093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1" algn="ctr">
                <a:lnSpc>
                  <a:spcPct val="186611"/>
                </a:lnSpc>
              </a:pPr>
              <a:r>
                <a:rPr lang="ru-RU" sz="6000" dirty="0" smtClean="0">
                  <a:solidFill>
                    <a:schemeClr val="dk1"/>
                  </a:solidFill>
                  <a:latin typeface="Arial Black" panose="020B0A04020102020204" pitchFamily="34" charset="0"/>
                  <a:ea typeface="Calibri"/>
                  <a:cs typeface="Calibri"/>
                  <a:sym typeface="Calibri"/>
                </a:rPr>
                <a:t>6</a:t>
              </a:r>
              <a:endParaRPr sz="6000" b="0" i="0" u="none" strike="noStrike" cap="none" dirty="0">
                <a:solidFill>
                  <a:schemeClr val="dk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285;p12"/>
          <p:cNvSpPr txBox="1"/>
          <p:nvPr/>
        </p:nvSpPr>
        <p:spPr>
          <a:xfrm>
            <a:off x="15726896" y="4035206"/>
            <a:ext cx="2038473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smtClean="0">
                <a:solidFill>
                  <a:srgbClr val="FFFFFF"/>
                </a:solidFill>
                <a:latin typeface="+mj-lt"/>
                <a:ea typeface="Roboto Condensed"/>
                <a:cs typeface="Roboto Condensed"/>
                <a:sym typeface="Roboto Condensed"/>
              </a:rPr>
              <a:t>Фиксирование результата</a:t>
            </a:r>
            <a:endParaRPr lang="ru-RU" sz="2400" b="0" i="0" u="none" strike="noStrike" cap="none" dirty="0" smtClean="0">
              <a:solidFill>
                <a:srgbClr val="FFFFFF"/>
              </a:solidFill>
              <a:latin typeface="+mj-lt"/>
              <a:ea typeface="Roboto Condensed"/>
              <a:cs typeface="Roboto Condensed"/>
              <a:sym typeface="Roboto Condensed"/>
            </a:endParaRPr>
          </a:p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rgbClr val="FFFFFF"/>
                </a:solidFill>
                <a:latin typeface="+mj-lt"/>
                <a:ea typeface="Roboto Condensed"/>
                <a:sym typeface="Roboto Condensed"/>
              </a:rPr>
              <a:t>Скриншот</a:t>
            </a:r>
            <a:endParaRPr sz="1000" dirty="0">
              <a:latin typeface="+mj-lt"/>
            </a:endParaRPr>
          </a:p>
        </p:txBody>
      </p:sp>
      <p:sp>
        <p:nvSpPr>
          <p:cNvPr id="94" name="Google Shape;285;p12"/>
          <p:cNvSpPr txBox="1"/>
          <p:nvPr/>
        </p:nvSpPr>
        <p:spPr>
          <a:xfrm>
            <a:off x="12720550" y="4038384"/>
            <a:ext cx="1968612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smtClean="0">
                <a:solidFill>
                  <a:srgbClr val="FFFFFF"/>
                </a:solidFill>
                <a:latin typeface="+mj-lt"/>
                <a:ea typeface="Roboto Condensed"/>
                <a:cs typeface="Roboto Condensed"/>
                <a:sym typeface="Roboto Condensed"/>
              </a:rPr>
              <a:t>Проверка</a:t>
            </a:r>
            <a:endParaRPr lang="ru-RU" sz="2400" b="0" i="0" u="none" strike="noStrike" cap="none" dirty="0" smtClean="0">
              <a:solidFill>
                <a:srgbClr val="FFFFFF"/>
              </a:solidFill>
              <a:latin typeface="+mj-lt"/>
              <a:ea typeface="Roboto Condensed"/>
              <a:cs typeface="Roboto Condensed"/>
              <a:sym typeface="Roboto Condensed"/>
            </a:endParaRPr>
          </a:p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rgbClr val="FFFFFF"/>
                </a:solidFill>
                <a:latin typeface="+mj-lt"/>
                <a:ea typeface="Roboto Condensed"/>
                <a:sym typeface="Roboto Condensed"/>
              </a:rPr>
              <a:t>Сравнение результатов</a:t>
            </a:r>
            <a:endParaRPr sz="10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27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13"/>
          <p:cNvGrpSpPr/>
          <p:nvPr/>
        </p:nvGrpSpPr>
        <p:grpSpPr>
          <a:xfrm>
            <a:off x="581891" y="1551710"/>
            <a:ext cx="16677409" cy="6101128"/>
            <a:chOff x="0" y="-38100"/>
            <a:chExt cx="3606159" cy="1582034"/>
          </a:xfrm>
        </p:grpSpPr>
        <p:sp>
          <p:nvSpPr>
            <p:cNvPr id="304" name="Google Shape;304;p13"/>
            <p:cNvSpPr/>
            <p:nvPr/>
          </p:nvSpPr>
          <p:spPr>
            <a:xfrm>
              <a:off x="0" y="0"/>
              <a:ext cx="3606159" cy="1543934"/>
            </a:xfrm>
            <a:custGeom>
              <a:avLst/>
              <a:gdLst/>
              <a:ahLst/>
              <a:cxnLst/>
              <a:rect l="l" t="t" r="r" b="b"/>
              <a:pathLst>
                <a:path w="3606159" h="1543934" extrusionOk="0">
                  <a:moveTo>
                    <a:pt x="14390" y="0"/>
                  </a:moveTo>
                  <a:lnTo>
                    <a:pt x="3591770" y="0"/>
                  </a:lnTo>
                  <a:cubicBezTo>
                    <a:pt x="3599717" y="0"/>
                    <a:pt x="3606159" y="6442"/>
                    <a:pt x="3606159" y="14390"/>
                  </a:cubicBezTo>
                  <a:lnTo>
                    <a:pt x="3606159" y="1529544"/>
                  </a:lnTo>
                  <a:cubicBezTo>
                    <a:pt x="3606159" y="1533360"/>
                    <a:pt x="3604643" y="1537021"/>
                    <a:pt x="3601945" y="1539719"/>
                  </a:cubicBezTo>
                  <a:cubicBezTo>
                    <a:pt x="3599246" y="1542418"/>
                    <a:pt x="3595586" y="1543934"/>
                    <a:pt x="3591770" y="1543934"/>
                  </a:cubicBezTo>
                  <a:lnTo>
                    <a:pt x="14390" y="1543934"/>
                  </a:lnTo>
                  <a:cubicBezTo>
                    <a:pt x="10573" y="1543934"/>
                    <a:pt x="6913" y="1542418"/>
                    <a:pt x="4215" y="1539719"/>
                  </a:cubicBezTo>
                  <a:cubicBezTo>
                    <a:pt x="1516" y="1537021"/>
                    <a:pt x="0" y="1533360"/>
                    <a:pt x="0" y="1529544"/>
                  </a:cubicBezTo>
                  <a:lnTo>
                    <a:pt x="0" y="14390"/>
                  </a:lnTo>
                  <a:cubicBezTo>
                    <a:pt x="0" y="10573"/>
                    <a:pt x="1516" y="6913"/>
                    <a:pt x="4215" y="4215"/>
                  </a:cubicBezTo>
                  <a:cubicBezTo>
                    <a:pt x="6913" y="1516"/>
                    <a:pt x="10573" y="0"/>
                    <a:pt x="143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BD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3"/>
            <p:cNvSpPr txBox="1"/>
            <p:nvPr/>
          </p:nvSpPr>
          <p:spPr>
            <a:xfrm>
              <a:off x="0" y="-38100"/>
              <a:ext cx="3606159" cy="15820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7" name="Google Shape;30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8799" y="6229971"/>
            <a:ext cx="998450" cy="964818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3"/>
          <p:cNvSpPr txBox="1"/>
          <p:nvPr/>
        </p:nvSpPr>
        <p:spPr>
          <a:xfrm>
            <a:off x="5988896" y="114300"/>
            <a:ext cx="630342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b="0" i="0" u="none" strike="noStrike" cap="none" dirty="0" smtClean="0">
                <a:solidFill>
                  <a:srgbClr val="FFBD4C"/>
                </a:solidFill>
                <a:latin typeface="Arial Black" panose="020B0A04020102020204" pitchFamily="34" charset="0"/>
                <a:ea typeface="Montserrat"/>
                <a:cs typeface="Montserrat"/>
                <a:sym typeface="Montserrat"/>
              </a:rPr>
              <a:t>Суть проверки</a:t>
            </a:r>
            <a:endParaRPr sz="6000" dirty="0">
              <a:latin typeface="Arial Black" panose="020B0A04020102020204" pitchFamily="34" charset="0"/>
            </a:endParaRPr>
          </a:p>
        </p:txBody>
      </p:sp>
      <p:sp>
        <p:nvSpPr>
          <p:cNvPr id="322" name="Google Shape;322;p13"/>
          <p:cNvSpPr txBox="1"/>
          <p:nvPr/>
        </p:nvSpPr>
        <p:spPr>
          <a:xfrm>
            <a:off x="901833" y="1911066"/>
            <a:ext cx="13769117" cy="400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 smtClean="0">
                <a:solidFill>
                  <a:srgbClr val="FFBD4C"/>
                </a:solidFill>
                <a:latin typeface="Arial Black" panose="020B0A04020102020204" pitchFamily="34" charset="0"/>
              </a:rPr>
              <a:t>1.Корректное шифрование английского текста</a:t>
            </a:r>
          </a:p>
          <a:p>
            <a:pPr marL="0" marR="0" lvl="0" indent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 smtClean="0">
                <a:solidFill>
                  <a:srgbClr val="FFBD4C"/>
                </a:solidFill>
                <a:latin typeface="Arial Black" panose="020B0A04020102020204" pitchFamily="34" charset="0"/>
              </a:rPr>
              <a:t>2.Корректное шифрование русского текста</a:t>
            </a:r>
          </a:p>
          <a:p>
            <a:pPr marL="0" marR="0" lvl="0" indent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 smtClean="0">
                <a:solidFill>
                  <a:srgbClr val="FFBD4C"/>
                </a:solidFill>
                <a:latin typeface="Arial Black" panose="020B0A04020102020204" pitchFamily="34" charset="0"/>
              </a:rPr>
              <a:t>3.Корректная расшифровка</a:t>
            </a:r>
          </a:p>
          <a:p>
            <a:pPr marL="0" marR="0" lvl="0" indent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>
                <a:solidFill>
                  <a:srgbClr val="FFBD4C"/>
                </a:solidFill>
                <a:latin typeface="Arial Black" panose="020B0A04020102020204" pitchFamily="34" charset="0"/>
              </a:rPr>
              <a:t>4</a:t>
            </a:r>
            <a:r>
              <a:rPr lang="ru-RU" sz="4000" dirty="0" smtClean="0">
                <a:solidFill>
                  <a:srgbClr val="FFBD4C"/>
                </a:solidFill>
                <a:latin typeface="Arial Black" panose="020B0A04020102020204" pitchFamily="34" charset="0"/>
              </a:rPr>
              <a:t>.Обработка ошибок при вводе неправильного ключа</a:t>
            </a:r>
            <a:endParaRPr sz="4000" dirty="0">
              <a:solidFill>
                <a:srgbClr val="FFBD4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323" name="Google Shape;323;p13"/>
          <p:cNvGrpSpPr/>
          <p:nvPr/>
        </p:nvGrpSpPr>
        <p:grpSpPr>
          <a:xfrm>
            <a:off x="13473339" y="9749180"/>
            <a:ext cx="2137482" cy="475324"/>
            <a:chOff x="30956" y="22212"/>
            <a:chExt cx="2849976" cy="633766"/>
          </a:xfrm>
        </p:grpSpPr>
        <p:cxnSp>
          <p:nvCxnSpPr>
            <p:cNvPr id="324" name="Google Shape;324;p13"/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5" name="Google Shape;325;p13"/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6" name="Google Shape;326;p13"/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7" name="Google Shape;327;p13"/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328;p13"/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329;p13"/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0" name="Google Shape;330;p13"/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31" name="Google Shape;331;p13"/>
          <p:cNvGrpSpPr/>
          <p:nvPr/>
        </p:nvGrpSpPr>
        <p:grpSpPr>
          <a:xfrm>
            <a:off x="15590579" y="9749180"/>
            <a:ext cx="2137482" cy="475324"/>
            <a:chOff x="30956" y="22212"/>
            <a:chExt cx="2849976" cy="633766"/>
          </a:xfrm>
        </p:grpSpPr>
        <p:cxnSp>
          <p:nvCxnSpPr>
            <p:cNvPr id="332" name="Google Shape;332;p13"/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3" name="Google Shape;333;p13"/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4" name="Google Shape;334;p13"/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5" name="Google Shape;335;p13"/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6" name="Google Shape;336;p13"/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7" name="Google Shape;337;p13"/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8" name="Google Shape;338;p13"/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27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"/>
          <p:cNvSpPr txBox="1"/>
          <p:nvPr/>
        </p:nvSpPr>
        <p:spPr>
          <a:xfrm>
            <a:off x="491985" y="239416"/>
            <a:ext cx="8887542" cy="210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b="0" i="0" u="none" strike="noStrike" cap="none" dirty="0" smtClean="0">
                <a:solidFill>
                  <a:srgbClr val="FFBD4C"/>
                </a:solidFill>
                <a:latin typeface="Arial Black" panose="020B0A04020102020204" pitchFamily="34" charset="0"/>
                <a:ea typeface="Montserrat"/>
                <a:cs typeface="Montserrat"/>
                <a:sym typeface="Montserrat"/>
              </a:rPr>
              <a:t>Тест №</a:t>
            </a:r>
            <a:r>
              <a:rPr lang="ru-RU" sz="6000" dirty="0">
                <a:solidFill>
                  <a:srgbClr val="FFBD4C"/>
                </a:solidFill>
                <a:latin typeface="Arial Black" panose="020B0A04020102020204" pitchFamily="34" charset="0"/>
                <a:ea typeface="Montserrat"/>
                <a:cs typeface="Montserrat"/>
                <a:sym typeface="Montserrat"/>
              </a:rPr>
              <a:t>1</a:t>
            </a:r>
            <a:endParaRPr lang="ru-RU" sz="6000" b="0" i="0" u="none" strike="noStrike" cap="none" dirty="0" smtClean="0">
              <a:solidFill>
                <a:srgbClr val="FFBD4C"/>
              </a:solidFill>
              <a:latin typeface="Arial Black" panose="020B0A04020102020204" pitchFamily="34" charset="0"/>
              <a:ea typeface="Montserrat"/>
              <a:cs typeface="Montserrat"/>
              <a:sym typeface="Montserrat"/>
            </a:endParaRP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dirty="0" smtClean="0">
                <a:solidFill>
                  <a:srgbClr val="FFBD4C"/>
                </a:solidFill>
                <a:latin typeface="Arial Black" panose="020B0A04020102020204" pitchFamily="34" charset="0"/>
                <a:sym typeface="Montserrat"/>
              </a:rPr>
              <a:t>Русски</a:t>
            </a:r>
            <a:r>
              <a:rPr lang="ru-RU" sz="5400" dirty="0">
                <a:solidFill>
                  <a:srgbClr val="FFBD4C"/>
                </a:solidFill>
                <a:latin typeface="Arial Black" panose="020B0A04020102020204" pitchFamily="34" charset="0"/>
                <a:sym typeface="Montserrat"/>
              </a:rPr>
              <a:t>й</a:t>
            </a:r>
            <a:r>
              <a:rPr lang="ru-RU" sz="5400" dirty="0" smtClean="0">
                <a:solidFill>
                  <a:srgbClr val="FFBD4C"/>
                </a:solidFill>
                <a:latin typeface="Arial Black" panose="020B0A04020102020204" pitchFamily="34" charset="0"/>
                <a:sym typeface="Montserrat"/>
              </a:rPr>
              <a:t> алфавит</a:t>
            </a:r>
            <a:endParaRPr sz="800" dirty="0">
              <a:latin typeface="Arial Black" panose="020B0A04020102020204" pitchFamily="34" charset="0"/>
            </a:endParaRPr>
          </a:p>
        </p:txBody>
      </p:sp>
      <p:grpSp>
        <p:nvGrpSpPr>
          <p:cNvPr id="368" name="Google Shape;368;p14"/>
          <p:cNvGrpSpPr/>
          <p:nvPr/>
        </p:nvGrpSpPr>
        <p:grpSpPr>
          <a:xfrm>
            <a:off x="15618305" y="1755"/>
            <a:ext cx="2137482" cy="475324"/>
            <a:chOff x="30956" y="22212"/>
            <a:chExt cx="2849976" cy="633766"/>
          </a:xfrm>
        </p:grpSpPr>
        <p:cxnSp>
          <p:nvCxnSpPr>
            <p:cNvPr id="369" name="Google Shape;369;p14"/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0" name="Google Shape;370;p14"/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1" name="Google Shape;371;p14"/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2" name="Google Shape;372;p14"/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3" name="Google Shape;373;p14"/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4" name="Google Shape;374;p14"/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5" name="Google Shape;375;p14"/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76" name="Google Shape;376;p14"/>
          <p:cNvGrpSpPr/>
          <p:nvPr/>
        </p:nvGrpSpPr>
        <p:grpSpPr>
          <a:xfrm rot="5400000">
            <a:off x="-814419" y="7426244"/>
            <a:ext cx="2137482" cy="475324"/>
            <a:chOff x="30956" y="22212"/>
            <a:chExt cx="2849976" cy="633766"/>
          </a:xfrm>
        </p:grpSpPr>
        <p:cxnSp>
          <p:nvCxnSpPr>
            <p:cNvPr id="377" name="Google Shape;377;p14"/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8" name="Google Shape;378;p14"/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9" name="Google Shape;379;p14"/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0" name="Google Shape;380;p14"/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1" name="Google Shape;381;p14"/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2" name="Google Shape;382;p14"/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3" name="Google Shape;383;p14"/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" name="TextBox 3"/>
          <p:cNvSpPr txBox="1"/>
          <p:nvPr/>
        </p:nvSpPr>
        <p:spPr>
          <a:xfrm>
            <a:off x="10889673" y="2757055"/>
            <a:ext cx="549796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Действия и результат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1429" t="1827" r="1125" b="1825"/>
          <a:stretch/>
        </p:blipFill>
        <p:spPr>
          <a:xfrm>
            <a:off x="766437" y="2335685"/>
            <a:ext cx="8021255" cy="4965539"/>
          </a:xfrm>
          <a:prstGeom prst="roundRect">
            <a:avLst>
              <a:gd name="adj" fmla="val 8975"/>
            </a:avLst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3979" y="2270945"/>
            <a:ext cx="8021255" cy="5030279"/>
          </a:xfrm>
          <a:prstGeom prst="roundRect">
            <a:avLst>
              <a:gd name="adj" fmla="val 8565"/>
            </a:avLst>
          </a:prstGeom>
        </p:spPr>
      </p:pic>
      <p:sp>
        <p:nvSpPr>
          <p:cNvPr id="8" name="TextBox 7"/>
          <p:cNvSpPr txBox="1"/>
          <p:nvPr/>
        </p:nvSpPr>
        <p:spPr>
          <a:xfrm>
            <a:off x="766437" y="7663069"/>
            <a:ext cx="94765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FFBD4C"/>
                </a:solidFill>
                <a:latin typeface="Arial Black" panose="020B0A04020102020204" pitchFamily="34" charset="0"/>
              </a:rPr>
              <a:t>Результат</a:t>
            </a:r>
            <a:r>
              <a:rPr lang="en-US" sz="2400" dirty="0" smtClean="0">
                <a:solidFill>
                  <a:srgbClr val="FFBD4C"/>
                </a:solidFill>
                <a:latin typeface="Arial Black" panose="020B0A04020102020204" pitchFamily="34" charset="0"/>
              </a:rPr>
              <a:t>:</a:t>
            </a:r>
          </a:p>
          <a:p>
            <a:r>
              <a:rPr lang="ru-RU" sz="2400" dirty="0" smtClean="0">
                <a:solidFill>
                  <a:srgbClr val="FFBD4C"/>
                </a:solidFill>
                <a:latin typeface="Arial Black" panose="020B0A04020102020204" pitchFamily="34" charset="0"/>
              </a:rPr>
              <a:t>Текст корректно зашифровался и расшифровался </a:t>
            </a:r>
            <a:endParaRPr lang="ru-RU" sz="2400" dirty="0">
              <a:solidFill>
                <a:srgbClr val="FFBD4C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"/>
          <p:cNvSpPr txBox="1"/>
          <p:nvPr/>
        </p:nvSpPr>
        <p:spPr>
          <a:xfrm>
            <a:off x="491985" y="239416"/>
            <a:ext cx="8887542" cy="210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b="0" i="0" u="none" strike="noStrike" cap="none" dirty="0" smtClean="0">
                <a:solidFill>
                  <a:srgbClr val="FFBD4C"/>
                </a:solidFill>
                <a:latin typeface="Arial Black" panose="020B0A04020102020204" pitchFamily="34" charset="0"/>
                <a:ea typeface="Montserrat"/>
                <a:cs typeface="Montserrat"/>
                <a:sym typeface="Montserrat"/>
              </a:rPr>
              <a:t>Тест №</a:t>
            </a:r>
            <a:r>
              <a:rPr lang="ru-RU" sz="6000" dirty="0" smtClean="0">
                <a:solidFill>
                  <a:srgbClr val="FFBD4C"/>
                </a:solidFill>
                <a:latin typeface="Arial Black" panose="020B0A04020102020204" pitchFamily="34" charset="0"/>
                <a:ea typeface="Montserrat"/>
                <a:cs typeface="Montserrat"/>
                <a:sym typeface="Montserrat"/>
              </a:rPr>
              <a:t>2</a:t>
            </a:r>
            <a:endParaRPr lang="ru-RU" sz="6000" b="0" i="0" u="none" strike="noStrike" cap="none" dirty="0" smtClean="0">
              <a:solidFill>
                <a:srgbClr val="FFBD4C"/>
              </a:solidFill>
              <a:latin typeface="Arial Black" panose="020B0A04020102020204" pitchFamily="34" charset="0"/>
              <a:ea typeface="Montserrat"/>
              <a:cs typeface="Montserrat"/>
              <a:sym typeface="Montserrat"/>
            </a:endParaRP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dirty="0" smtClean="0">
                <a:solidFill>
                  <a:srgbClr val="FFBD4C"/>
                </a:solidFill>
                <a:latin typeface="Arial Black" panose="020B0A04020102020204" pitchFamily="34" charset="0"/>
                <a:sym typeface="Montserrat"/>
              </a:rPr>
              <a:t>Английский алфавит</a:t>
            </a:r>
            <a:endParaRPr sz="800" dirty="0">
              <a:latin typeface="Arial Black" panose="020B0A04020102020204" pitchFamily="34" charset="0"/>
            </a:endParaRPr>
          </a:p>
        </p:txBody>
      </p:sp>
      <p:grpSp>
        <p:nvGrpSpPr>
          <p:cNvPr id="368" name="Google Shape;368;p14"/>
          <p:cNvGrpSpPr/>
          <p:nvPr/>
        </p:nvGrpSpPr>
        <p:grpSpPr>
          <a:xfrm>
            <a:off x="15618305" y="1755"/>
            <a:ext cx="2137482" cy="475324"/>
            <a:chOff x="30956" y="22212"/>
            <a:chExt cx="2849976" cy="633766"/>
          </a:xfrm>
        </p:grpSpPr>
        <p:cxnSp>
          <p:nvCxnSpPr>
            <p:cNvPr id="369" name="Google Shape;369;p14"/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0" name="Google Shape;370;p14"/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1" name="Google Shape;371;p14"/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2" name="Google Shape;372;p14"/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3" name="Google Shape;373;p14"/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4" name="Google Shape;374;p14"/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5" name="Google Shape;375;p14"/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76" name="Google Shape;376;p14"/>
          <p:cNvGrpSpPr/>
          <p:nvPr/>
        </p:nvGrpSpPr>
        <p:grpSpPr>
          <a:xfrm rot="5400000">
            <a:off x="-814419" y="7426244"/>
            <a:ext cx="2137482" cy="475324"/>
            <a:chOff x="30956" y="22212"/>
            <a:chExt cx="2849976" cy="633766"/>
          </a:xfrm>
        </p:grpSpPr>
        <p:cxnSp>
          <p:nvCxnSpPr>
            <p:cNvPr id="377" name="Google Shape;377;p14"/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8" name="Google Shape;378;p14"/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9" name="Google Shape;379;p14"/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0" name="Google Shape;380;p14"/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1" name="Google Shape;381;p14"/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2" name="Google Shape;382;p14"/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3" name="Google Shape;383;p14"/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" name="TextBox 3"/>
          <p:cNvSpPr txBox="1"/>
          <p:nvPr/>
        </p:nvSpPr>
        <p:spPr>
          <a:xfrm>
            <a:off x="10889673" y="2757055"/>
            <a:ext cx="549796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Действия и результат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766437" y="7663069"/>
            <a:ext cx="94765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FFBD4C"/>
                </a:solidFill>
                <a:latin typeface="Arial Black" panose="020B0A04020102020204" pitchFamily="34" charset="0"/>
              </a:rPr>
              <a:t>Результат</a:t>
            </a:r>
            <a:r>
              <a:rPr lang="en-US" sz="2400" dirty="0" smtClean="0">
                <a:solidFill>
                  <a:srgbClr val="FFBD4C"/>
                </a:solidFill>
                <a:latin typeface="Arial Black" panose="020B0A04020102020204" pitchFamily="34" charset="0"/>
              </a:rPr>
              <a:t>:</a:t>
            </a:r>
          </a:p>
          <a:p>
            <a:r>
              <a:rPr lang="ru-RU" sz="2400" dirty="0" smtClean="0">
                <a:solidFill>
                  <a:srgbClr val="FFBD4C"/>
                </a:solidFill>
                <a:latin typeface="Arial Black" panose="020B0A04020102020204" pitchFamily="34" charset="0"/>
              </a:rPr>
              <a:t>Текст корректно зашифровался и расшифровался </a:t>
            </a:r>
            <a:endParaRPr lang="ru-RU" sz="2400" dirty="0">
              <a:solidFill>
                <a:srgbClr val="FFBD4C"/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37" y="2371159"/>
            <a:ext cx="7754432" cy="4829849"/>
          </a:xfrm>
          <a:prstGeom prst="roundRect">
            <a:avLst>
              <a:gd name="adj" fmla="val 10069"/>
            </a:avLst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1420" y="2357483"/>
            <a:ext cx="7754432" cy="4932917"/>
          </a:xfrm>
          <a:prstGeom prst="roundRect">
            <a:avLst>
              <a:gd name="adj" fmla="val 8793"/>
            </a:avLst>
          </a:prstGeom>
        </p:spPr>
      </p:pic>
    </p:spTree>
    <p:extLst>
      <p:ext uri="{BB962C8B-B14F-4D97-AF65-F5344CB8AC3E}">
        <p14:creationId xmlns:p14="http://schemas.microsoft.com/office/powerpoint/2010/main" val="1067429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"/>
          <p:cNvSpPr txBox="1"/>
          <p:nvPr/>
        </p:nvSpPr>
        <p:spPr>
          <a:xfrm>
            <a:off x="491985" y="239416"/>
            <a:ext cx="13653506" cy="310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b="0" i="0" u="none" strike="noStrike" cap="none" dirty="0" smtClean="0">
                <a:solidFill>
                  <a:srgbClr val="FFBD4C"/>
                </a:solidFill>
                <a:latin typeface="Arial Black" panose="020B0A04020102020204" pitchFamily="34" charset="0"/>
                <a:ea typeface="Montserrat"/>
                <a:cs typeface="Montserrat"/>
                <a:sym typeface="Montserrat"/>
              </a:rPr>
              <a:t>Тест №</a:t>
            </a:r>
            <a:r>
              <a:rPr lang="en-US" sz="6000" dirty="0" smtClean="0">
                <a:solidFill>
                  <a:srgbClr val="FFBD4C"/>
                </a:solidFill>
                <a:latin typeface="Arial Black" panose="020B0A04020102020204" pitchFamily="34" charset="0"/>
                <a:ea typeface="Montserrat"/>
                <a:cs typeface="Montserrat"/>
                <a:sym typeface="Montserrat"/>
              </a:rPr>
              <a:t>3</a:t>
            </a:r>
            <a:endParaRPr lang="ru-RU" sz="6000" b="0" i="0" u="none" strike="noStrike" cap="none" dirty="0" smtClean="0">
              <a:solidFill>
                <a:srgbClr val="FFBD4C"/>
              </a:solidFill>
              <a:latin typeface="Arial Black" panose="020B0A04020102020204" pitchFamily="34" charset="0"/>
              <a:ea typeface="Montserrat"/>
              <a:cs typeface="Montserrat"/>
              <a:sym typeface="Montserrat"/>
            </a:endParaRP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dirty="0" smtClean="0">
                <a:solidFill>
                  <a:srgbClr val="FFBD4C"/>
                </a:solidFill>
                <a:latin typeface="Arial Black" panose="020B0A04020102020204" pitchFamily="34" charset="0"/>
                <a:sym typeface="Montserrat"/>
              </a:rPr>
              <a:t>Обработка некорректных ключей	</a:t>
            </a:r>
            <a:endParaRPr sz="800" dirty="0">
              <a:latin typeface="Arial Black" panose="020B0A04020102020204" pitchFamily="34" charset="0"/>
            </a:endParaRPr>
          </a:p>
        </p:txBody>
      </p:sp>
      <p:grpSp>
        <p:nvGrpSpPr>
          <p:cNvPr id="368" name="Google Shape;368;p14"/>
          <p:cNvGrpSpPr/>
          <p:nvPr/>
        </p:nvGrpSpPr>
        <p:grpSpPr>
          <a:xfrm>
            <a:off x="15618305" y="1755"/>
            <a:ext cx="2137482" cy="475324"/>
            <a:chOff x="30956" y="22212"/>
            <a:chExt cx="2849976" cy="633766"/>
          </a:xfrm>
        </p:grpSpPr>
        <p:cxnSp>
          <p:nvCxnSpPr>
            <p:cNvPr id="369" name="Google Shape;369;p14"/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0" name="Google Shape;370;p14"/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1" name="Google Shape;371;p14"/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2" name="Google Shape;372;p14"/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3" name="Google Shape;373;p14"/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4" name="Google Shape;374;p14"/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5" name="Google Shape;375;p14"/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76" name="Google Shape;376;p14"/>
          <p:cNvGrpSpPr/>
          <p:nvPr/>
        </p:nvGrpSpPr>
        <p:grpSpPr>
          <a:xfrm rot="5400000">
            <a:off x="-814419" y="7426244"/>
            <a:ext cx="2137482" cy="475324"/>
            <a:chOff x="30956" y="22212"/>
            <a:chExt cx="2849976" cy="633766"/>
          </a:xfrm>
        </p:grpSpPr>
        <p:cxnSp>
          <p:nvCxnSpPr>
            <p:cNvPr id="377" name="Google Shape;377;p14"/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8" name="Google Shape;378;p14"/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9" name="Google Shape;379;p14"/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0" name="Google Shape;380;p14"/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1" name="Google Shape;381;p14"/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2" name="Google Shape;382;p14"/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3" name="Google Shape;383;p14"/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" name="TextBox 3"/>
          <p:cNvSpPr txBox="1"/>
          <p:nvPr/>
        </p:nvSpPr>
        <p:spPr>
          <a:xfrm>
            <a:off x="10889673" y="2757055"/>
            <a:ext cx="549796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Действия и результат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766437" y="7663069"/>
            <a:ext cx="94765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FFBD4C"/>
                </a:solidFill>
                <a:latin typeface="Arial Black" panose="020B0A04020102020204" pitchFamily="34" charset="0"/>
              </a:rPr>
              <a:t>Результат</a:t>
            </a:r>
            <a:r>
              <a:rPr lang="en-US" sz="2400" dirty="0" smtClean="0">
                <a:solidFill>
                  <a:srgbClr val="FFBD4C"/>
                </a:solidFill>
                <a:latin typeface="Arial Black" panose="020B0A04020102020204" pitchFamily="34" charset="0"/>
              </a:rPr>
              <a:t>:</a:t>
            </a:r>
          </a:p>
          <a:p>
            <a:r>
              <a:rPr lang="ru-RU" sz="2400" dirty="0" smtClean="0">
                <a:solidFill>
                  <a:srgbClr val="FFBD4C"/>
                </a:solidFill>
                <a:latin typeface="Arial Black" panose="020B0A04020102020204" pitchFamily="34" charset="0"/>
              </a:rPr>
              <a:t>Некорректные ключи определяются правильно</a:t>
            </a:r>
          </a:p>
          <a:p>
            <a:r>
              <a:rPr lang="ru-RU" sz="2400" dirty="0" smtClean="0">
                <a:solidFill>
                  <a:srgbClr val="FFBD4C"/>
                </a:solidFill>
                <a:latin typeface="Arial Black" panose="020B0A04020102020204" pitchFamily="34" charset="0"/>
              </a:rPr>
              <a:t>Выводится сообщение об ошибке  </a:t>
            </a:r>
            <a:endParaRPr lang="ru-RU" sz="2400" dirty="0">
              <a:solidFill>
                <a:srgbClr val="FFBD4C"/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53" y="2348624"/>
            <a:ext cx="7840169" cy="4887007"/>
          </a:xfrm>
          <a:prstGeom prst="roundRect">
            <a:avLst>
              <a:gd name="adj" fmla="val 8729"/>
            </a:avLst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3847" y="2348624"/>
            <a:ext cx="7792537" cy="4810796"/>
          </a:xfrm>
          <a:prstGeom prst="roundRect">
            <a:avLst>
              <a:gd name="adj" fmla="val 8939"/>
            </a:avLst>
          </a:prstGeom>
        </p:spPr>
      </p:pic>
    </p:spTree>
    <p:extLst>
      <p:ext uri="{BB962C8B-B14F-4D97-AF65-F5344CB8AC3E}">
        <p14:creationId xmlns:p14="http://schemas.microsoft.com/office/powerpoint/2010/main" val="2637820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27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"/>
          <p:cNvSpPr txBox="1"/>
          <p:nvPr/>
        </p:nvSpPr>
        <p:spPr>
          <a:xfrm>
            <a:off x="197366" y="0"/>
            <a:ext cx="16764754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b="0" i="0" u="none" strike="noStrike" cap="none" dirty="0" smtClean="0">
                <a:solidFill>
                  <a:srgbClr val="FFBD4C"/>
                </a:solidFill>
                <a:latin typeface="Arial Black" panose="020B0A04020102020204" pitchFamily="34" charset="0"/>
                <a:ea typeface="Montserrat"/>
                <a:cs typeface="Montserrat"/>
                <a:sym typeface="Montserrat"/>
              </a:rPr>
              <a:t>Описание действий и ожидаемого результата</a:t>
            </a:r>
            <a:endParaRPr sz="900" dirty="0">
              <a:latin typeface="Arial Black" panose="020B0A04020102020204" pitchFamily="34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309660"/>
              </p:ext>
            </p:extLst>
          </p:nvPr>
        </p:nvGraphicFramePr>
        <p:xfrm>
          <a:off x="609600" y="2451100"/>
          <a:ext cx="17038320" cy="7376668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679440">
                  <a:extLst>
                    <a:ext uri="{9D8B030D-6E8A-4147-A177-3AD203B41FA5}">
                      <a16:colId xmlns:a16="http://schemas.microsoft.com/office/drawing/2014/main" val="4137856499"/>
                    </a:ext>
                  </a:extLst>
                </a:gridCol>
                <a:gridCol w="5679440">
                  <a:extLst>
                    <a:ext uri="{9D8B030D-6E8A-4147-A177-3AD203B41FA5}">
                      <a16:colId xmlns:a16="http://schemas.microsoft.com/office/drawing/2014/main" val="3537692410"/>
                    </a:ext>
                  </a:extLst>
                </a:gridCol>
                <a:gridCol w="5679440">
                  <a:extLst>
                    <a:ext uri="{9D8B030D-6E8A-4147-A177-3AD203B41FA5}">
                      <a16:colId xmlns:a16="http://schemas.microsoft.com/office/drawing/2014/main" val="2415858442"/>
                    </a:ext>
                  </a:extLst>
                </a:gridCol>
              </a:tblGrid>
              <a:tr h="762508"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Действие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Ожидаемый результат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Фактический результат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029213"/>
                  </a:ext>
                </a:extLst>
              </a:tr>
              <a:tr h="762508"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Ввод</a:t>
                      </a:r>
                      <a:r>
                        <a:rPr lang="ru-RU" sz="2800" baseline="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 английского текста и шифрование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Текст корректно шифруется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Текст успешно шифруется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515155"/>
                  </a:ext>
                </a:extLst>
              </a:tr>
              <a:tr h="762508"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Ввод английского текста и дешифровка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Текст корректно дешифруется</a:t>
                      </a:r>
                      <a:r>
                        <a:rPr lang="ru-RU" sz="2800" baseline="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 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Текст успешно дешифруется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733445"/>
                  </a:ext>
                </a:extLst>
              </a:tr>
              <a:tr h="762508"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Ввод русского алфавита</a:t>
                      </a:r>
                      <a:r>
                        <a:rPr lang="ru-RU" sz="2800" baseline="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 и шифрование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Текст корректно шифруется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Текст успешно шифруется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168825"/>
                  </a:ext>
                </a:extLst>
              </a:tr>
              <a:tr h="762508"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Ввод русского алфавита и дешифровка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Текст</a:t>
                      </a:r>
                      <a:r>
                        <a:rPr lang="ru-RU" sz="2800" baseline="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 корректно дешифруется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Текст успешно дешифруется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726701"/>
                  </a:ext>
                </a:extLst>
              </a:tr>
              <a:tr h="762508"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Ввод некорректного ключа для английского алфавита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Вывод сообщения об ошибке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Ошибка отображается корректно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631226"/>
                  </a:ext>
                </a:extLst>
              </a:tr>
              <a:tr h="762508"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Ввод некорректного ключа для русского алфавита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Вывод сообщения об ошибке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Ошибка отображается корректно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480069"/>
                  </a:ext>
                </a:extLst>
              </a:tr>
              <a:tr h="762508"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Проверка интерфейса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Все элементы отображаются корректно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Интерфейс работает стабильно</a:t>
                      </a:r>
                      <a:endParaRPr lang="ru-RU" sz="2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0866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27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40289" y="-210900"/>
            <a:ext cx="1409422" cy="1788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3" name="Google Shape;423;p16"/>
          <p:cNvGrpSpPr/>
          <p:nvPr/>
        </p:nvGrpSpPr>
        <p:grpSpPr>
          <a:xfrm>
            <a:off x="1547796" y="1655458"/>
            <a:ext cx="6620844" cy="6055982"/>
            <a:chOff x="0" y="-38100"/>
            <a:chExt cx="1453371" cy="1522554"/>
          </a:xfrm>
        </p:grpSpPr>
        <p:sp>
          <p:nvSpPr>
            <p:cNvPr id="424" name="Google Shape;424;p16"/>
            <p:cNvSpPr/>
            <p:nvPr/>
          </p:nvSpPr>
          <p:spPr>
            <a:xfrm>
              <a:off x="0" y="0"/>
              <a:ext cx="1453371" cy="1484454"/>
            </a:xfrm>
            <a:custGeom>
              <a:avLst/>
              <a:gdLst/>
              <a:ahLst/>
              <a:cxnLst/>
              <a:rect l="l" t="t" r="r" b="b"/>
              <a:pathLst>
                <a:path w="1453371" h="1484454" extrusionOk="0">
                  <a:moveTo>
                    <a:pt x="35704" y="0"/>
                  </a:moveTo>
                  <a:lnTo>
                    <a:pt x="1417667" y="0"/>
                  </a:lnTo>
                  <a:cubicBezTo>
                    <a:pt x="1427137" y="0"/>
                    <a:pt x="1436218" y="3762"/>
                    <a:pt x="1442914" y="10457"/>
                  </a:cubicBezTo>
                  <a:cubicBezTo>
                    <a:pt x="1449609" y="17153"/>
                    <a:pt x="1453371" y="26235"/>
                    <a:pt x="1453371" y="35704"/>
                  </a:cubicBezTo>
                  <a:lnTo>
                    <a:pt x="1453371" y="1448750"/>
                  </a:lnTo>
                  <a:cubicBezTo>
                    <a:pt x="1453371" y="1458219"/>
                    <a:pt x="1449609" y="1467301"/>
                    <a:pt x="1442914" y="1473997"/>
                  </a:cubicBezTo>
                  <a:cubicBezTo>
                    <a:pt x="1436218" y="1480692"/>
                    <a:pt x="1427137" y="1484454"/>
                    <a:pt x="1417667" y="1484454"/>
                  </a:cubicBezTo>
                  <a:lnTo>
                    <a:pt x="35704" y="1484454"/>
                  </a:lnTo>
                  <a:cubicBezTo>
                    <a:pt x="26235" y="1484454"/>
                    <a:pt x="17153" y="1480692"/>
                    <a:pt x="10457" y="1473997"/>
                  </a:cubicBezTo>
                  <a:cubicBezTo>
                    <a:pt x="3762" y="1467301"/>
                    <a:pt x="0" y="1458219"/>
                    <a:pt x="0" y="1448750"/>
                  </a:cubicBezTo>
                  <a:lnTo>
                    <a:pt x="0" y="35704"/>
                  </a:lnTo>
                  <a:cubicBezTo>
                    <a:pt x="0" y="26235"/>
                    <a:pt x="3762" y="17153"/>
                    <a:pt x="10457" y="10457"/>
                  </a:cubicBezTo>
                  <a:cubicBezTo>
                    <a:pt x="17153" y="3762"/>
                    <a:pt x="26235" y="0"/>
                    <a:pt x="357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BD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6"/>
            <p:cNvSpPr txBox="1"/>
            <p:nvPr/>
          </p:nvSpPr>
          <p:spPr>
            <a:xfrm>
              <a:off x="0" y="-38100"/>
              <a:ext cx="1453371" cy="1522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6" name="Google Shape;426;p16"/>
          <p:cNvSpPr txBox="1"/>
          <p:nvPr/>
        </p:nvSpPr>
        <p:spPr>
          <a:xfrm>
            <a:off x="5718311" y="129540"/>
            <a:ext cx="642558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b="0" i="0" u="none" strike="noStrike" cap="none" dirty="0" smtClean="0">
                <a:solidFill>
                  <a:srgbClr val="FFBD4C"/>
                </a:solidFill>
                <a:latin typeface="Arial Black" panose="020B0A04020102020204" pitchFamily="34" charset="0"/>
                <a:ea typeface="Montserrat"/>
                <a:cs typeface="Montserrat"/>
                <a:sym typeface="Montserrat"/>
              </a:rPr>
              <a:t>Заключение </a:t>
            </a:r>
            <a:endParaRPr sz="900" dirty="0">
              <a:latin typeface="Arial Black" panose="020B0A04020102020204" pitchFamily="34" charset="0"/>
            </a:endParaRPr>
          </a:p>
        </p:txBody>
      </p:sp>
      <p:sp>
        <p:nvSpPr>
          <p:cNvPr id="429" name="Google Shape;429;p16"/>
          <p:cNvSpPr txBox="1"/>
          <p:nvPr/>
        </p:nvSpPr>
        <p:spPr>
          <a:xfrm>
            <a:off x="1547796" y="1142204"/>
            <a:ext cx="512909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u="none" strike="noStrike" cap="none" dirty="0" smtClean="0">
                <a:solidFill>
                  <a:srgbClr val="FFBD4C"/>
                </a:solidFill>
                <a:latin typeface="Arial Black" panose="020B0A04020102020204" pitchFamily="34" charset="0"/>
                <a:ea typeface="Raleway"/>
                <a:cs typeface="Raleway"/>
                <a:sym typeface="Raleway"/>
              </a:rPr>
              <a:t>Что было сделано</a:t>
            </a:r>
            <a:r>
              <a:rPr lang="en-US" sz="3600" b="1" i="0" u="none" strike="noStrike" cap="none" dirty="0" smtClean="0">
                <a:solidFill>
                  <a:srgbClr val="FFBD4C"/>
                </a:solidFill>
                <a:latin typeface="Arial Black" panose="020B0A04020102020204" pitchFamily="34" charset="0"/>
                <a:ea typeface="Raleway"/>
                <a:cs typeface="Raleway"/>
                <a:sym typeface="Raleway"/>
              </a:rPr>
              <a:t>:</a:t>
            </a:r>
            <a:endParaRPr sz="1600" dirty="0">
              <a:latin typeface="Arial Black" panose="020B0A04020102020204" pitchFamily="34" charset="0"/>
            </a:endParaRPr>
          </a:p>
        </p:txBody>
      </p:sp>
      <p:sp>
        <p:nvSpPr>
          <p:cNvPr id="430" name="Google Shape;430;p16"/>
          <p:cNvSpPr txBox="1"/>
          <p:nvPr/>
        </p:nvSpPr>
        <p:spPr>
          <a:xfrm>
            <a:off x="1709603" y="2050786"/>
            <a:ext cx="6586040" cy="541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-</a:t>
            </a:r>
            <a:r>
              <a:rPr lang="ru-RU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Составлен сценарий использования веб-сайта</a:t>
            </a:r>
            <a:endParaRPr lang="en-US" sz="32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32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-</a:t>
            </a:r>
            <a:r>
              <a:rPr lang="ru-RU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Было проверено что шифровка и дешифровка работают корректно</a:t>
            </a:r>
            <a:endParaRPr lang="en-US" sz="32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32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-</a:t>
            </a:r>
            <a:r>
              <a:rPr lang="ru-RU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Была составлена таблица описания действий и ожидаемых результатов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bg1"/>
              </a:solidFill>
            </a:endParaRPr>
          </a:p>
        </p:txBody>
      </p:sp>
      <p:grpSp>
        <p:nvGrpSpPr>
          <p:cNvPr id="444" name="Google Shape;444;p16"/>
          <p:cNvGrpSpPr/>
          <p:nvPr/>
        </p:nvGrpSpPr>
        <p:grpSpPr>
          <a:xfrm rot="5400000">
            <a:off x="-814419" y="2570986"/>
            <a:ext cx="2137482" cy="475324"/>
            <a:chOff x="30956" y="22212"/>
            <a:chExt cx="2849976" cy="633766"/>
          </a:xfrm>
        </p:grpSpPr>
        <p:cxnSp>
          <p:nvCxnSpPr>
            <p:cNvPr id="445" name="Google Shape;445;p16"/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6" name="Google Shape;446;p16"/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7" name="Google Shape;447;p16"/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8" name="Google Shape;448;p16"/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9" name="Google Shape;449;p16"/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0" name="Google Shape;450;p16"/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1" name="Google Shape;451;p16"/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4" name="Google Shape;429;p16"/>
          <p:cNvSpPr txBox="1"/>
          <p:nvPr/>
        </p:nvSpPr>
        <p:spPr>
          <a:xfrm>
            <a:off x="8445445" y="1173076"/>
            <a:ext cx="3304426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 smtClean="0">
                <a:solidFill>
                  <a:srgbClr val="FFBD4C"/>
                </a:solidFill>
                <a:latin typeface="Arial Black" panose="020B0A04020102020204" pitchFamily="34" charset="0"/>
              </a:rPr>
              <a:t>Вывод</a:t>
            </a:r>
            <a:r>
              <a:rPr lang="en-US" sz="3600" dirty="0" smtClean="0">
                <a:solidFill>
                  <a:srgbClr val="FFBD4C"/>
                </a:solidFill>
                <a:latin typeface="Arial Black" panose="020B0A04020102020204" pitchFamily="34" charset="0"/>
              </a:rPr>
              <a:t>:</a:t>
            </a:r>
            <a:endParaRPr sz="3600" dirty="0">
              <a:solidFill>
                <a:srgbClr val="FFBD4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45" name="Google Shape;423;p16"/>
          <p:cNvGrpSpPr/>
          <p:nvPr/>
        </p:nvGrpSpPr>
        <p:grpSpPr>
          <a:xfrm>
            <a:off x="8991600" y="1655457"/>
            <a:ext cx="9037319" cy="8167599"/>
            <a:chOff x="0" y="-38100"/>
            <a:chExt cx="1453371" cy="1522554"/>
          </a:xfrm>
        </p:grpSpPr>
        <p:sp>
          <p:nvSpPr>
            <p:cNvPr id="46" name="Google Shape;424;p16"/>
            <p:cNvSpPr/>
            <p:nvPr/>
          </p:nvSpPr>
          <p:spPr>
            <a:xfrm>
              <a:off x="0" y="0"/>
              <a:ext cx="1453371" cy="1484454"/>
            </a:xfrm>
            <a:custGeom>
              <a:avLst/>
              <a:gdLst/>
              <a:ahLst/>
              <a:cxnLst/>
              <a:rect l="l" t="t" r="r" b="b"/>
              <a:pathLst>
                <a:path w="1453371" h="1484454" extrusionOk="0">
                  <a:moveTo>
                    <a:pt x="35704" y="0"/>
                  </a:moveTo>
                  <a:lnTo>
                    <a:pt x="1417667" y="0"/>
                  </a:lnTo>
                  <a:cubicBezTo>
                    <a:pt x="1427137" y="0"/>
                    <a:pt x="1436218" y="3762"/>
                    <a:pt x="1442914" y="10457"/>
                  </a:cubicBezTo>
                  <a:cubicBezTo>
                    <a:pt x="1449609" y="17153"/>
                    <a:pt x="1453371" y="26235"/>
                    <a:pt x="1453371" y="35704"/>
                  </a:cubicBezTo>
                  <a:lnTo>
                    <a:pt x="1453371" y="1448750"/>
                  </a:lnTo>
                  <a:cubicBezTo>
                    <a:pt x="1453371" y="1458219"/>
                    <a:pt x="1449609" y="1467301"/>
                    <a:pt x="1442914" y="1473997"/>
                  </a:cubicBezTo>
                  <a:cubicBezTo>
                    <a:pt x="1436218" y="1480692"/>
                    <a:pt x="1427137" y="1484454"/>
                    <a:pt x="1417667" y="1484454"/>
                  </a:cubicBezTo>
                  <a:lnTo>
                    <a:pt x="35704" y="1484454"/>
                  </a:lnTo>
                  <a:cubicBezTo>
                    <a:pt x="26235" y="1484454"/>
                    <a:pt x="17153" y="1480692"/>
                    <a:pt x="10457" y="1473997"/>
                  </a:cubicBezTo>
                  <a:cubicBezTo>
                    <a:pt x="3762" y="1467301"/>
                    <a:pt x="0" y="1458219"/>
                    <a:pt x="0" y="1448750"/>
                  </a:cubicBezTo>
                  <a:lnTo>
                    <a:pt x="0" y="35704"/>
                  </a:lnTo>
                  <a:cubicBezTo>
                    <a:pt x="0" y="26235"/>
                    <a:pt x="3762" y="17153"/>
                    <a:pt x="10457" y="10457"/>
                  </a:cubicBezTo>
                  <a:cubicBezTo>
                    <a:pt x="17153" y="3762"/>
                    <a:pt x="26235" y="0"/>
                    <a:pt x="357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BD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25;p16"/>
            <p:cNvSpPr txBox="1"/>
            <p:nvPr/>
          </p:nvSpPr>
          <p:spPr>
            <a:xfrm>
              <a:off x="0" y="-38100"/>
              <a:ext cx="1453371" cy="1522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9150715" y="2080970"/>
            <a:ext cx="913221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В ходе тестирования было подтверждено, что веб-приложение корректно выполняет шифрование и </a:t>
            </a:r>
            <a:r>
              <a:rPr lang="ru-RU" sz="2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дешифровку </a:t>
            </a: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текста с использованием </a:t>
            </a:r>
            <a:r>
              <a:rPr lang="ru-RU" sz="2800" dirty="0" err="1">
                <a:solidFill>
                  <a:schemeClr val="bg1"/>
                </a:solidFill>
                <a:latin typeface="Arial Black" panose="020B0A04020102020204" pitchFamily="34" charset="0"/>
              </a:rPr>
              <a:t>афинного</a:t>
            </a: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 шифра как для английского, так и для русского </a:t>
            </a:r>
            <a:r>
              <a:rPr lang="ru-RU" sz="2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алфавита.</a:t>
            </a:r>
          </a:p>
          <a:p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Приложение успешно обрабатывает пользовательский ввод, определяет некорректные ключи и выводит соответствующие сообщения об ошибках. </a:t>
            </a:r>
            <a:endParaRPr lang="ru-RU" sz="28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ru-RU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2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Интерфейс </a:t>
            </a: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работает стабильно и удобен для пользователя</a:t>
            </a:r>
            <a:r>
              <a:rPr lang="ru-RU" sz="2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По результатам проведённого тестирования можно сделать вывод, что приложение соответствует поставленным требованиям и готово к использованию.</a:t>
            </a:r>
            <a:endParaRPr lang="ru-RU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de Marketing">
  <a:themeElements>
    <a:clrScheme name="Office">
      <a:dk1>
        <a:srgbClr val="000000"/>
      </a:dk1>
      <a:lt1>
        <a:srgbClr val="FFFFFF"/>
      </a:lt1>
      <a:dk2>
        <a:srgbClr val="888888"/>
      </a:dk2>
      <a:lt2>
        <a:srgbClr val="FFBD4C"/>
      </a:lt2>
      <a:accent1>
        <a:srgbClr val="4E77A7"/>
      </a:accent1>
      <a:accent2>
        <a:srgbClr val="0C0F27"/>
      </a:accent2>
      <a:accent3>
        <a:srgbClr val="FFFFFF"/>
      </a:accent3>
      <a:accent4>
        <a:srgbClr val="888888"/>
      </a:accent4>
      <a:accent5>
        <a:srgbClr val="FFBD4C"/>
      </a:accent5>
      <a:accent6>
        <a:srgbClr val="4E77A7"/>
      </a:accent6>
      <a:hlink>
        <a:srgbClr val="0C0F27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252</Words>
  <Application>Microsoft Office PowerPoint</Application>
  <PresentationFormat>Произвольный</PresentationFormat>
  <Paragraphs>80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Raleway</vt:lpstr>
      <vt:lpstr>Calibri</vt:lpstr>
      <vt:lpstr>Arial Black</vt:lpstr>
      <vt:lpstr>Arial</vt:lpstr>
      <vt:lpstr>Roboto Condensed</vt:lpstr>
      <vt:lpstr>Montserrat</vt:lpstr>
      <vt:lpstr>Trade Marketing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Home</dc:creator>
  <cp:lastModifiedBy>Home</cp:lastModifiedBy>
  <cp:revision>9</cp:revision>
  <dcterms:modified xsi:type="dcterms:W3CDTF">2026-05-13T16:59:51Z</dcterms:modified>
</cp:coreProperties>
</file>